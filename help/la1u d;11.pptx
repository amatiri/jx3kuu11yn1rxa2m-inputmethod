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0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481" r:id="rId35"/>
    <p:sldId id="327" r:id="rId36"/>
    <p:sldId id="328" r:id="rId37"/>
    <p:sldId id="329" r:id="rId38"/>
    <p:sldId id="330" r:id="rId39"/>
    <p:sldId id="331" r:id="rId40"/>
    <p:sldId id="332" r:id="rId41"/>
    <p:sldId id="333" r:id="rId42"/>
    <p:sldId id="334" r:id="rId43"/>
    <p:sldId id="335" r:id="rId44"/>
    <p:sldId id="336" r:id="rId45"/>
    <p:sldId id="337" r:id="rId46"/>
    <p:sldId id="338" r:id="rId47"/>
    <p:sldId id="339" r:id="rId48"/>
    <p:sldId id="340" r:id="rId49"/>
    <p:sldId id="341" r:id="rId50"/>
    <p:sldId id="342" r:id="rId51"/>
    <p:sldId id="343" r:id="rId52"/>
    <p:sldId id="344" r:id="rId53"/>
    <p:sldId id="345" r:id="rId54"/>
    <p:sldId id="346" r:id="rId55"/>
    <p:sldId id="347" r:id="rId56"/>
    <p:sldId id="348" r:id="rId57"/>
    <p:sldId id="349" r:id="rId58"/>
    <p:sldId id="350" r:id="rId59"/>
    <p:sldId id="351" r:id="rId60"/>
    <p:sldId id="352" r:id="rId61"/>
    <p:sldId id="353" r:id="rId62"/>
    <p:sldId id="354" r:id="rId63"/>
    <p:sldId id="355" r:id="rId64"/>
    <p:sldId id="356" r:id="rId65"/>
    <p:sldId id="357" r:id="rId66"/>
    <p:sldId id="358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7" r:id="rId76"/>
    <p:sldId id="368" r:id="rId77"/>
    <p:sldId id="369" r:id="rId78"/>
    <p:sldId id="370" r:id="rId79"/>
    <p:sldId id="371" r:id="rId80"/>
    <p:sldId id="372" r:id="rId81"/>
    <p:sldId id="373" r:id="rId82"/>
    <p:sldId id="374" r:id="rId83"/>
    <p:sldId id="375" r:id="rId84"/>
    <p:sldId id="376" r:id="rId85"/>
    <p:sldId id="377" r:id="rId86"/>
    <p:sldId id="378" r:id="rId87"/>
    <p:sldId id="379" r:id="rId88"/>
    <p:sldId id="380" r:id="rId89"/>
    <p:sldId id="381" r:id="rId90"/>
    <p:sldId id="382" r:id="rId91"/>
    <p:sldId id="383" r:id="rId92"/>
    <p:sldId id="384" r:id="rId93"/>
    <p:sldId id="385" r:id="rId94"/>
    <p:sldId id="386" r:id="rId95"/>
    <p:sldId id="387" r:id="rId96"/>
    <p:sldId id="388" r:id="rId97"/>
    <p:sldId id="389" r:id="rId98"/>
    <p:sldId id="390" r:id="rId99"/>
    <p:sldId id="391" r:id="rId100"/>
    <p:sldId id="392" r:id="rId101"/>
    <p:sldId id="393" r:id="rId102"/>
    <p:sldId id="394" r:id="rId103"/>
    <p:sldId id="395" r:id="rId104"/>
    <p:sldId id="396" r:id="rId105"/>
    <p:sldId id="397" r:id="rId106"/>
    <p:sldId id="398" r:id="rId107"/>
    <p:sldId id="399" r:id="rId108"/>
    <p:sldId id="400" r:id="rId109"/>
    <p:sldId id="401" r:id="rId110"/>
    <p:sldId id="402" r:id="rId111"/>
    <p:sldId id="403" r:id="rId112"/>
    <p:sldId id="404" r:id="rId113"/>
    <p:sldId id="405" r:id="rId114"/>
    <p:sldId id="406" r:id="rId115"/>
    <p:sldId id="407" r:id="rId116"/>
    <p:sldId id="408" r:id="rId117"/>
    <p:sldId id="409" r:id="rId118"/>
    <p:sldId id="410" r:id="rId119"/>
    <p:sldId id="411" r:id="rId120"/>
    <p:sldId id="412" r:id="rId121"/>
    <p:sldId id="413" r:id="rId122"/>
    <p:sldId id="414" r:id="rId123"/>
    <p:sldId id="415" r:id="rId124"/>
    <p:sldId id="416" r:id="rId125"/>
    <p:sldId id="417" r:id="rId126"/>
    <p:sldId id="418" r:id="rId127"/>
    <p:sldId id="419" r:id="rId128"/>
    <p:sldId id="420" r:id="rId129"/>
    <p:sldId id="421" r:id="rId130"/>
    <p:sldId id="422" r:id="rId131"/>
    <p:sldId id="423" r:id="rId132"/>
    <p:sldId id="424" r:id="rId133"/>
    <p:sldId id="425" r:id="rId134"/>
    <p:sldId id="426" r:id="rId135"/>
    <p:sldId id="427" r:id="rId136"/>
    <p:sldId id="428" r:id="rId137"/>
    <p:sldId id="429" r:id="rId138"/>
    <p:sldId id="430" r:id="rId139"/>
    <p:sldId id="431" r:id="rId140"/>
    <p:sldId id="432" r:id="rId141"/>
    <p:sldId id="433" r:id="rId142"/>
    <p:sldId id="434" r:id="rId143"/>
    <p:sldId id="435" r:id="rId144"/>
    <p:sldId id="436" r:id="rId145"/>
    <p:sldId id="437" r:id="rId146"/>
    <p:sldId id="438" r:id="rId147"/>
    <p:sldId id="439" r:id="rId148"/>
    <p:sldId id="440" r:id="rId149"/>
    <p:sldId id="441" r:id="rId150"/>
    <p:sldId id="442" r:id="rId151"/>
    <p:sldId id="443" r:id="rId152"/>
    <p:sldId id="444" r:id="rId153"/>
    <p:sldId id="445" r:id="rId154"/>
    <p:sldId id="446" r:id="rId155"/>
    <p:sldId id="447" r:id="rId156"/>
    <p:sldId id="448" r:id="rId157"/>
    <p:sldId id="449" r:id="rId158"/>
    <p:sldId id="450" r:id="rId159"/>
    <p:sldId id="451" r:id="rId160"/>
    <p:sldId id="452" r:id="rId161"/>
    <p:sldId id="453" r:id="rId162"/>
    <p:sldId id="454" r:id="rId163"/>
    <p:sldId id="455" r:id="rId164"/>
    <p:sldId id="456" r:id="rId165"/>
    <p:sldId id="457" r:id="rId166"/>
    <p:sldId id="458" r:id="rId167"/>
    <p:sldId id="459" r:id="rId168"/>
    <p:sldId id="460" r:id="rId169"/>
    <p:sldId id="461" r:id="rId170"/>
    <p:sldId id="462" r:id="rId171"/>
    <p:sldId id="463" r:id="rId172"/>
    <p:sldId id="464" r:id="rId173"/>
    <p:sldId id="465" r:id="rId174"/>
    <p:sldId id="466" r:id="rId175"/>
    <p:sldId id="467" r:id="rId176"/>
    <p:sldId id="468" r:id="rId177"/>
    <p:sldId id="469" r:id="rId178"/>
    <p:sldId id="470" r:id="rId179"/>
    <p:sldId id="471" r:id="rId180"/>
    <p:sldId id="472" r:id="rId181"/>
    <p:sldId id="473" r:id="rId182"/>
    <p:sldId id="474" r:id="rId183"/>
    <p:sldId id="476" r:id="rId184"/>
    <p:sldId id="475" r:id="rId185"/>
    <p:sldId id="477" r:id="rId186"/>
    <p:sldId id="478" r:id="rId187"/>
    <p:sldId id="479" r:id="rId188"/>
    <p:sldId id="480" r:id="rId18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53" d="100"/>
          <a:sy n="53" d="100"/>
        </p:scale>
        <p:origin x="1131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83269C-210A-B616-1E7E-7A7D3A8135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E385-4769-3046-27BF-326E09D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317D-033B-C840-C4EC-30D5CD541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F82FB9-35F9-CFCF-76E6-B1F3639076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EA409-66E3-B3CB-C37D-D9638FE5D9EA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F542E-07DD-6FCC-2AC8-B1B21768B4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51321EF-5D67-FE9E-C674-068BF11187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A17591-1DFF-41CA-08DB-EB279073E5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DEC6A7D-4D1C-7B0A-4EAC-FBDEE11B714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AA470-6EC8-0539-8472-AB4E2BEC1EFE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950885-7797-1486-F1B5-BBB9A45CA2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093C339-8479-C81A-4533-B79F93093384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7B9CC-3C30-BAE2-B25B-89B43398B0F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61245B-518A-8EFD-781F-72102D3DCF7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30D5BD-341D-2E6F-D53A-0953C0AFE5A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22714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fz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非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F525C-6733-461E-39D6-9875EC42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E4AD8-3B5C-E4B9-F28D-64694343D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04FFD00-BA75-596D-CBB1-17C0D2EF98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古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B61F22-3C9D-730D-389A-C2426D7EA20B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2BE97BB-71CA-6A31-FEA6-E3E045B5E0D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10AE8EA-0438-8A1E-8A50-0A856F65D36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7AB5B6-1756-96EC-CE4F-B2502931C73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D8D50E-177E-B826-F4C1-E1F75ECEB58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27C997-91C9-2105-4036-1A6983A024B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4BB2AF-EFC5-4B5C-7AAE-179FD4C23D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C5087-573A-8313-346C-ABB416448B6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02AFE83-3883-123D-0881-B41EA4BE20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1DA1CF-5764-60C3-E8CB-3FCA1C84C33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6FCBF6-9C6C-51EF-97EF-C90139CF36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76770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古广弓光囗革戈瓜艮谷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26E14-7766-2CE2-FDC8-8E95F7EB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0A7B56-91D8-E3AB-75DB-8869B87D8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1D5479-A4FF-2CDD-17B3-6A90F818FBB1}"/>
              </a:ext>
            </a:extLst>
          </p:cNvPr>
          <p:cNvSpPr txBox="1"/>
          <p:nvPr/>
        </p:nvSpPr>
        <p:spPr>
          <a:xfrm>
            <a:off x="1264274" y="3789040"/>
            <a:ext cx="71846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744C0C-7C4E-5125-9621-6812B4C697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7D46FFB-8D08-86C7-122E-03CAA2E33B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9736E8-E6CF-C943-1BBF-0EC83E7C33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620C37-094F-DA04-970E-1166040329F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2B74576-B8B4-E376-CA0B-4A0BB071D3BA}"/>
              </a:ext>
            </a:extLst>
          </p:cNvPr>
          <p:cNvSpPr txBox="1"/>
          <p:nvPr/>
        </p:nvSpPr>
        <p:spPr>
          <a:xfrm>
            <a:off x="3856241" y="4050650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仅“祭”一字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686F57F-1D09-344A-7FFA-F5E2556890A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6E8ED9-C0B7-C226-1BE2-5403650594F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祭字头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D7FE8B-800B-4760-3586-B0848FFDB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178494-1D86-1D15-79E9-F428E10218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224FD4-B535-ADE1-B99C-CBCEA446995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EB4E52-5AA4-235F-7199-C4CEDDDA0E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祭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8B5C7795-4315-46D3-0BC3-CCC84BE5A20C}"/>
              </a:ext>
            </a:extLst>
          </p:cNvPr>
          <p:cNvSpPr/>
          <p:nvPr/>
        </p:nvSpPr>
        <p:spPr>
          <a:xfrm>
            <a:off x="3911244" y="2551273"/>
            <a:ext cx="372724" cy="305037"/>
          </a:xfrm>
          <a:custGeom>
            <a:avLst/>
            <a:gdLst>
              <a:gd name="csX0" fmla="*/ 128586 w 209847"/>
              <a:gd name="csY0" fmla="*/ 29469 h 140196"/>
              <a:gd name="csX1" fmla="*/ 148232 w 209847"/>
              <a:gd name="csY1" fmla="*/ 66973 h 140196"/>
              <a:gd name="csX2" fmla="*/ 173235 w 209847"/>
              <a:gd name="csY2" fmla="*/ 29469 h 140196"/>
              <a:gd name="csX3" fmla="*/ 117871 w 209847"/>
              <a:gd name="csY3" fmla="*/ 4466 h 140196"/>
              <a:gd name="csX4" fmla="*/ 122336 w 209847"/>
              <a:gd name="csY4" fmla="*/ 4466 h 140196"/>
              <a:gd name="csX5" fmla="*/ 127693 w 209847"/>
              <a:gd name="csY5" fmla="*/ 24111 h 140196"/>
              <a:gd name="csX6" fmla="*/ 172342 w 209847"/>
              <a:gd name="csY6" fmla="*/ 24111 h 140196"/>
              <a:gd name="csX7" fmla="*/ 181272 w 209847"/>
              <a:gd name="csY7" fmla="*/ 14288 h 140196"/>
              <a:gd name="csX8" fmla="*/ 196452 w 209847"/>
              <a:gd name="csY8" fmla="*/ 30362 h 140196"/>
              <a:gd name="csX9" fmla="*/ 180379 w 209847"/>
              <a:gd name="csY9" fmla="*/ 38398 h 140196"/>
              <a:gd name="csX10" fmla="*/ 150911 w 209847"/>
              <a:gd name="csY10" fmla="*/ 70545 h 140196"/>
              <a:gd name="csX11" fmla="*/ 175914 w 209847"/>
              <a:gd name="csY11" fmla="*/ 93316 h 140196"/>
              <a:gd name="csX12" fmla="*/ 209847 w 209847"/>
              <a:gd name="csY12" fmla="*/ 108050 h 140196"/>
              <a:gd name="csX13" fmla="*/ 209847 w 209847"/>
              <a:gd name="csY13" fmla="*/ 110729 h 140196"/>
              <a:gd name="csX14" fmla="*/ 191094 w 209847"/>
              <a:gd name="csY14" fmla="*/ 120551 h 140196"/>
              <a:gd name="csX15" fmla="*/ 150018 w 209847"/>
              <a:gd name="csY15" fmla="*/ 86619 h 140196"/>
              <a:gd name="csX16" fmla="*/ 128140 w 209847"/>
              <a:gd name="csY16" fmla="*/ 47328 h 140196"/>
              <a:gd name="csX17" fmla="*/ 117871 w 209847"/>
              <a:gd name="csY17" fmla="*/ 4466 h 140196"/>
              <a:gd name="csX18" fmla="*/ 54471 w 209847"/>
              <a:gd name="csY18" fmla="*/ 0 h 140196"/>
              <a:gd name="csX19" fmla="*/ 72330 w 209847"/>
              <a:gd name="csY19" fmla="*/ 10715 h 140196"/>
              <a:gd name="csX20" fmla="*/ 64294 w 209847"/>
              <a:gd name="csY20" fmla="*/ 14287 h 140196"/>
              <a:gd name="csX21" fmla="*/ 58043 w 209847"/>
              <a:gd name="csY21" fmla="*/ 25896 h 140196"/>
              <a:gd name="csX22" fmla="*/ 94655 w 209847"/>
              <a:gd name="csY22" fmla="*/ 25896 h 140196"/>
              <a:gd name="csX23" fmla="*/ 102691 w 209847"/>
              <a:gd name="csY23" fmla="*/ 17859 h 140196"/>
              <a:gd name="csX24" fmla="*/ 115193 w 209847"/>
              <a:gd name="csY24" fmla="*/ 30361 h 140196"/>
              <a:gd name="csX25" fmla="*/ 107156 w 209847"/>
              <a:gd name="csY25" fmla="*/ 35718 h 140196"/>
              <a:gd name="csX26" fmla="*/ 75009 w 209847"/>
              <a:gd name="csY26" fmla="*/ 90636 h 140196"/>
              <a:gd name="csX27" fmla="*/ 41076 w 209847"/>
              <a:gd name="csY27" fmla="*/ 119658 h 140196"/>
              <a:gd name="csX28" fmla="*/ 893 w 209847"/>
              <a:gd name="csY28" fmla="*/ 140196 h 140196"/>
              <a:gd name="csX29" fmla="*/ 0 w 209847"/>
              <a:gd name="csY29" fmla="*/ 136624 h 140196"/>
              <a:gd name="csX30" fmla="*/ 50006 w 209847"/>
              <a:gd name="csY30" fmla="*/ 103584 h 140196"/>
              <a:gd name="csX31" fmla="*/ 79474 w 209847"/>
              <a:gd name="csY31" fmla="*/ 65633 h 140196"/>
              <a:gd name="csX32" fmla="*/ 94655 w 209847"/>
              <a:gd name="csY32" fmla="*/ 31254 h 140196"/>
              <a:gd name="csX33" fmla="*/ 56257 w 209847"/>
              <a:gd name="csY33" fmla="*/ 31254 h 140196"/>
              <a:gd name="csX34" fmla="*/ 50006 w 209847"/>
              <a:gd name="csY34" fmla="*/ 40183 h 140196"/>
              <a:gd name="csX35" fmla="*/ 70991 w 209847"/>
              <a:gd name="csY35" fmla="*/ 49559 h 140196"/>
              <a:gd name="csX36" fmla="*/ 75902 w 209847"/>
              <a:gd name="csY36" fmla="*/ 57150 h 140196"/>
              <a:gd name="csX37" fmla="*/ 73670 w 209847"/>
              <a:gd name="csY37" fmla="*/ 64740 h 140196"/>
              <a:gd name="csX38" fmla="*/ 70544 w 209847"/>
              <a:gd name="csY38" fmla="*/ 68758 h 140196"/>
              <a:gd name="csX39" fmla="*/ 64294 w 209847"/>
              <a:gd name="csY39" fmla="*/ 61615 h 140196"/>
              <a:gd name="csX40" fmla="*/ 48220 w 209847"/>
              <a:gd name="csY40" fmla="*/ 43755 h 140196"/>
              <a:gd name="csX41" fmla="*/ 33040 w 209847"/>
              <a:gd name="csY41" fmla="*/ 63400 h 140196"/>
              <a:gd name="csX42" fmla="*/ 54471 w 209847"/>
              <a:gd name="csY42" fmla="*/ 73670 h 140196"/>
              <a:gd name="csX43" fmla="*/ 58043 w 209847"/>
              <a:gd name="csY43" fmla="*/ 81260 h 140196"/>
              <a:gd name="csX44" fmla="*/ 55810 w 209847"/>
              <a:gd name="csY44" fmla="*/ 88404 h 140196"/>
              <a:gd name="csX45" fmla="*/ 51792 w 209847"/>
              <a:gd name="csY45" fmla="*/ 91975 h 140196"/>
              <a:gd name="csX46" fmla="*/ 46434 w 209847"/>
              <a:gd name="csY46" fmla="*/ 85725 h 140196"/>
              <a:gd name="csX47" fmla="*/ 31254 w 209847"/>
              <a:gd name="csY47" fmla="*/ 66079 h 140196"/>
              <a:gd name="csX48" fmla="*/ 5358 w 209847"/>
              <a:gd name="csY48" fmla="*/ 90190 h 140196"/>
              <a:gd name="csX49" fmla="*/ 3572 w 209847"/>
              <a:gd name="csY49" fmla="*/ 87511 h 140196"/>
              <a:gd name="csX50" fmla="*/ 34379 w 209847"/>
              <a:gd name="csY50" fmla="*/ 46434 h 140196"/>
              <a:gd name="csX51" fmla="*/ 54471 w 209847"/>
              <a:gd name="csY51" fmla="*/ 0 h 1401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209847" h="140196">
                <a:moveTo>
                  <a:pt x="128586" y="29469"/>
                </a:moveTo>
                <a:cubicBezTo>
                  <a:pt x="134540" y="45542"/>
                  <a:pt x="141088" y="58044"/>
                  <a:pt x="148232" y="66973"/>
                </a:cubicBezTo>
                <a:lnTo>
                  <a:pt x="173235" y="29469"/>
                </a:lnTo>
                <a:close/>
                <a:moveTo>
                  <a:pt x="117871" y="4466"/>
                </a:moveTo>
                <a:lnTo>
                  <a:pt x="122336" y="4466"/>
                </a:lnTo>
                <a:cubicBezTo>
                  <a:pt x="124122" y="13991"/>
                  <a:pt x="125907" y="20539"/>
                  <a:pt x="127693" y="24111"/>
                </a:cubicBezTo>
                <a:lnTo>
                  <a:pt x="172342" y="24111"/>
                </a:lnTo>
                <a:lnTo>
                  <a:pt x="181272" y="14288"/>
                </a:lnTo>
                <a:lnTo>
                  <a:pt x="196452" y="30362"/>
                </a:lnTo>
                <a:cubicBezTo>
                  <a:pt x="191094" y="30957"/>
                  <a:pt x="185736" y="33636"/>
                  <a:pt x="180379" y="38398"/>
                </a:cubicBezTo>
                <a:cubicBezTo>
                  <a:pt x="175021" y="43161"/>
                  <a:pt x="165198" y="53876"/>
                  <a:pt x="150911" y="70545"/>
                </a:cubicBezTo>
                <a:cubicBezTo>
                  <a:pt x="158650" y="80070"/>
                  <a:pt x="166984" y="87660"/>
                  <a:pt x="175914" y="93316"/>
                </a:cubicBezTo>
                <a:cubicBezTo>
                  <a:pt x="184843" y="98971"/>
                  <a:pt x="196154" y="103883"/>
                  <a:pt x="209847" y="108050"/>
                </a:cubicBezTo>
                <a:lnTo>
                  <a:pt x="209847" y="110729"/>
                </a:lnTo>
                <a:cubicBezTo>
                  <a:pt x="200917" y="111324"/>
                  <a:pt x="194666" y="114598"/>
                  <a:pt x="191094" y="120551"/>
                </a:cubicBezTo>
                <a:cubicBezTo>
                  <a:pt x="173235" y="109836"/>
                  <a:pt x="159543" y="98525"/>
                  <a:pt x="150018" y="86619"/>
                </a:cubicBezTo>
                <a:cubicBezTo>
                  <a:pt x="140493" y="74712"/>
                  <a:pt x="133200" y="61616"/>
                  <a:pt x="128140" y="47328"/>
                </a:cubicBezTo>
                <a:cubicBezTo>
                  <a:pt x="123080" y="33041"/>
                  <a:pt x="119657" y="18753"/>
                  <a:pt x="117871" y="4466"/>
                </a:cubicBezTo>
                <a:close/>
                <a:moveTo>
                  <a:pt x="54471" y="0"/>
                </a:moveTo>
                <a:lnTo>
                  <a:pt x="72330" y="10715"/>
                </a:lnTo>
                <a:lnTo>
                  <a:pt x="64294" y="14287"/>
                </a:lnTo>
                <a:lnTo>
                  <a:pt x="58043" y="25896"/>
                </a:lnTo>
                <a:lnTo>
                  <a:pt x="94655" y="25896"/>
                </a:lnTo>
                <a:lnTo>
                  <a:pt x="102691" y="17859"/>
                </a:lnTo>
                <a:lnTo>
                  <a:pt x="115193" y="30361"/>
                </a:lnTo>
                <a:lnTo>
                  <a:pt x="107156" y="35718"/>
                </a:lnTo>
                <a:cubicBezTo>
                  <a:pt x="96441" y="60722"/>
                  <a:pt x="85725" y="79027"/>
                  <a:pt x="75009" y="90636"/>
                </a:cubicBezTo>
                <a:cubicBezTo>
                  <a:pt x="64294" y="102245"/>
                  <a:pt x="52983" y="111918"/>
                  <a:pt x="41076" y="119658"/>
                </a:cubicBezTo>
                <a:cubicBezTo>
                  <a:pt x="29170" y="127397"/>
                  <a:pt x="15776" y="134243"/>
                  <a:pt x="893" y="140196"/>
                </a:cubicBezTo>
                <a:lnTo>
                  <a:pt x="0" y="136624"/>
                </a:lnTo>
                <a:cubicBezTo>
                  <a:pt x="20836" y="126504"/>
                  <a:pt x="37505" y="115490"/>
                  <a:pt x="50006" y="103584"/>
                </a:cubicBezTo>
                <a:cubicBezTo>
                  <a:pt x="62508" y="91678"/>
                  <a:pt x="72330" y="79027"/>
                  <a:pt x="79474" y="65633"/>
                </a:cubicBezTo>
                <a:cubicBezTo>
                  <a:pt x="86618" y="52238"/>
                  <a:pt x="91678" y="40779"/>
                  <a:pt x="94655" y="31254"/>
                </a:cubicBezTo>
                <a:lnTo>
                  <a:pt x="56257" y="31254"/>
                </a:lnTo>
                <a:lnTo>
                  <a:pt x="50006" y="40183"/>
                </a:lnTo>
                <a:cubicBezTo>
                  <a:pt x="60722" y="43755"/>
                  <a:pt x="67717" y="46881"/>
                  <a:pt x="70991" y="49559"/>
                </a:cubicBezTo>
                <a:cubicBezTo>
                  <a:pt x="74265" y="52238"/>
                  <a:pt x="75902" y="54768"/>
                  <a:pt x="75902" y="57150"/>
                </a:cubicBezTo>
                <a:cubicBezTo>
                  <a:pt x="75902" y="59531"/>
                  <a:pt x="75158" y="62061"/>
                  <a:pt x="73670" y="64740"/>
                </a:cubicBezTo>
                <a:cubicBezTo>
                  <a:pt x="72182" y="67419"/>
                  <a:pt x="71140" y="68758"/>
                  <a:pt x="70544" y="68758"/>
                </a:cubicBezTo>
                <a:cubicBezTo>
                  <a:pt x="68758" y="68758"/>
                  <a:pt x="66675" y="66377"/>
                  <a:pt x="64294" y="61615"/>
                </a:cubicBezTo>
                <a:cubicBezTo>
                  <a:pt x="60722" y="55066"/>
                  <a:pt x="55364" y="49113"/>
                  <a:pt x="48220" y="43755"/>
                </a:cubicBezTo>
                <a:cubicBezTo>
                  <a:pt x="42267" y="52685"/>
                  <a:pt x="37207" y="59233"/>
                  <a:pt x="33040" y="63400"/>
                </a:cubicBezTo>
                <a:cubicBezTo>
                  <a:pt x="44946" y="67568"/>
                  <a:pt x="52090" y="70991"/>
                  <a:pt x="54471" y="73670"/>
                </a:cubicBezTo>
                <a:cubicBezTo>
                  <a:pt x="56852" y="76349"/>
                  <a:pt x="58043" y="78879"/>
                  <a:pt x="58043" y="81260"/>
                </a:cubicBezTo>
                <a:cubicBezTo>
                  <a:pt x="58043" y="83641"/>
                  <a:pt x="57299" y="86022"/>
                  <a:pt x="55810" y="88404"/>
                </a:cubicBezTo>
                <a:cubicBezTo>
                  <a:pt x="54322" y="90785"/>
                  <a:pt x="52983" y="91975"/>
                  <a:pt x="51792" y="91975"/>
                </a:cubicBezTo>
                <a:cubicBezTo>
                  <a:pt x="50006" y="91975"/>
                  <a:pt x="48220" y="89892"/>
                  <a:pt x="46434" y="85725"/>
                </a:cubicBezTo>
                <a:cubicBezTo>
                  <a:pt x="43458" y="79176"/>
                  <a:pt x="38398" y="72628"/>
                  <a:pt x="31254" y="66079"/>
                </a:cubicBezTo>
                <a:cubicBezTo>
                  <a:pt x="22919" y="75604"/>
                  <a:pt x="14287" y="83641"/>
                  <a:pt x="5358" y="90190"/>
                </a:cubicBezTo>
                <a:lnTo>
                  <a:pt x="3572" y="87511"/>
                </a:lnTo>
                <a:cubicBezTo>
                  <a:pt x="14883" y="76200"/>
                  <a:pt x="25152" y="62508"/>
                  <a:pt x="34379" y="46434"/>
                </a:cubicBezTo>
                <a:cubicBezTo>
                  <a:pt x="43607" y="30361"/>
                  <a:pt x="50304" y="14883"/>
                  <a:pt x="5447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8011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“卵”代替为此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2D35C-B4F3-0361-973B-77E5602BA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4D8F6A-ED2C-CC4A-2163-9FAAC42FD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其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E74AC-E10B-9954-09F4-D6C29202946B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D79F29A-EB25-1347-185A-3BFF1E630E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69E92B-C618-6EAE-1D16-6CB4C58AF36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301640-A110-8230-44F2-29F6AE25852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38DA455-3BF7-E0C0-3318-0C729AC63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3CC0907-51E9-7042-FCDD-7D9011ED2A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684B936-5D5D-E915-C73F-87E548A5FE1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067810D-C9E7-42C8-1BA1-D6F4414FD8A7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02EAC59-E35D-8CFE-D958-7A3611F9EFE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703DB2-FBA9-FEF9-63D1-501129740B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919041-D3D8-5359-C720-1D0F8BB534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BE056CF-8F85-D1C6-6D9E-BEBFE014E6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1928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（堯）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含彳取彳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yu3bx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0FE1A-E8E2-B82C-D72B-08CFA2351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CF25F3C-9C34-1124-3A94-D258579DAE7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夗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32AB6A-AD48-0171-D2AC-89DE5C3E9BF7}"/>
              </a:ext>
            </a:extLst>
          </p:cNvPr>
          <p:cNvSpPr txBox="1"/>
          <p:nvPr/>
        </p:nvSpPr>
        <p:spPr>
          <a:xfrm>
            <a:off x="1259632" y="3789040"/>
            <a:ext cx="7970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761B2D-7771-5B9C-2E33-EE0656B98A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2EC8B9-0F90-57E2-F479-C42E72AED1B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AFB457-13D2-D76D-5044-D716C15672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378890-6233-972F-8EFD-26E5459CAB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029D86-C348-F085-9092-D67291F107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5F50E-9075-F17D-1F50-22932121448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CE0BE0-DB99-2CFD-B6BC-53FFB1062883}"/>
              </a:ext>
            </a:extLst>
          </p:cNvPr>
          <p:cNvSpPr txBox="1"/>
          <p:nvPr/>
        </p:nvSpPr>
        <p:spPr>
          <a:xfrm>
            <a:off x="3856241" y="212489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yuan4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087334-8E6B-5E22-4F46-82A06541D52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82E0B69-B947-F82D-A76E-C7F9A0224E4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579023-1E35-0088-D04F-9E1135E1693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17ADB8A-E1B7-8BA7-7A43-4D22F535CE4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夗</a:t>
            </a:r>
          </a:p>
        </p:txBody>
      </p:sp>
    </p:spTree>
    <p:extLst>
      <p:ext uri="{BB962C8B-B14F-4D97-AF65-F5344CB8AC3E}">
        <p14:creationId xmlns:p14="http://schemas.microsoft.com/office/powerpoint/2010/main" val="3376042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合体字主码（第四位）取部首，</a:t>
            </a:r>
            <a:r>
              <a:rPr lang="zh-CN" altLang="zh-CN" sz="2000" dirty="0"/>
              <a:t>部首的选取遵循以下规则：</a:t>
            </a:r>
            <a:endParaRPr lang="en-US" altLang="zh-CN" sz="2000" dirty="0"/>
          </a:p>
          <a:p>
            <a:r>
              <a:rPr lang="zh-CN" altLang="zh-CN" sz="2000" dirty="0"/>
              <a:t>（康熙部首</a:t>
            </a:r>
            <a:r>
              <a:rPr lang="en-US" altLang="zh-CN" sz="2000" dirty="0"/>
              <a:t>+</a:t>
            </a:r>
            <a:r>
              <a:rPr lang="zh-CN" altLang="zh-CN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现代字形调整</a:t>
            </a:r>
            <a:endParaRPr lang="en-US" altLang="zh-CN" sz="2000" b="1" dirty="0"/>
          </a:p>
          <a:p>
            <a:pPr lvl="0"/>
            <a:r>
              <a:rPr lang="zh-CN" altLang="en-US" sz="2000" b="1" dirty="0"/>
              <a:t>以及：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en-US" sz="2000" b="1" dirty="0"/>
              <a:t>特殊部首处理（变体，代替，简并，抛弃）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en-US" sz="2000" b="1" dirty="0"/>
              <a:t>优化分配（直观，避重，左上，历史）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2095</TotalTime>
  <Words>5893</Words>
  <Application>Microsoft Office PowerPoint</Application>
  <PresentationFormat>全屏显示(4:3)</PresentationFormat>
  <Paragraphs>2523</Paragraphs>
  <Slides>188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188</vt:i4>
      </vt:variant>
    </vt:vector>
  </HeadingPairs>
  <TitlesOfParts>
    <vt:vector size="197" baseType="lpstr">
      <vt:lpstr>得意黑</vt:lpstr>
      <vt:lpstr>华文仿宋</vt:lpstr>
      <vt:lpstr>楷体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G：工古广弓光囗革戈瓜艮谷骨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I：虫页雨弋彐彑臣赤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J：金巾廴冂几𠘨卩己见斤皀祭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L：娄云勹力龙老卤里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Q：气犬豸欠青其</vt:lpstr>
      <vt:lpstr>Q：气犬豸欠青其</vt:lpstr>
      <vt:lpstr>Q：气犬豸欠青其</vt:lpstr>
      <vt:lpstr>Q：气犬豸欠青其</vt:lpstr>
      <vt:lpstr>Q：气犬豸欠青其</vt:lpstr>
      <vt:lpstr>Q：气犬豸欠青其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217</cp:revision>
  <dcterms:created xsi:type="dcterms:W3CDTF">2025-01-28T07:02:00Z</dcterms:created>
  <dcterms:modified xsi:type="dcterms:W3CDTF">2026-03-15T06:19:15Z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