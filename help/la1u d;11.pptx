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9"/>
  </p:notesMasterIdLst>
  <p:sldIdLst>
    <p:sldId id="289" r:id="rId2"/>
    <p:sldId id="294" r:id="rId3"/>
    <p:sldId id="296" r:id="rId4"/>
    <p:sldId id="297" r:id="rId5"/>
    <p:sldId id="298" r:id="rId6"/>
    <p:sldId id="299" r:id="rId7"/>
    <p:sldId id="300" r:id="rId8"/>
    <p:sldId id="301" r:id="rId9"/>
    <p:sldId id="302" r:id="rId10"/>
    <p:sldId id="303" r:id="rId11"/>
    <p:sldId id="304" r:id="rId12"/>
    <p:sldId id="305" r:id="rId13"/>
    <p:sldId id="306" r:id="rId14"/>
    <p:sldId id="307" r:id="rId15"/>
    <p:sldId id="308" r:id="rId16"/>
    <p:sldId id="309" r:id="rId17"/>
    <p:sldId id="310" r:id="rId18"/>
    <p:sldId id="311" r:id="rId19"/>
    <p:sldId id="312" r:id="rId20"/>
    <p:sldId id="313" r:id="rId21"/>
    <p:sldId id="314" r:id="rId22"/>
    <p:sldId id="315" r:id="rId23"/>
    <p:sldId id="316" r:id="rId24"/>
    <p:sldId id="317" r:id="rId25"/>
    <p:sldId id="318" r:id="rId26"/>
    <p:sldId id="319" r:id="rId27"/>
    <p:sldId id="320" r:id="rId28"/>
    <p:sldId id="321" r:id="rId29"/>
    <p:sldId id="322" r:id="rId30"/>
    <p:sldId id="324" r:id="rId31"/>
    <p:sldId id="323" r:id="rId32"/>
    <p:sldId id="325" r:id="rId33"/>
    <p:sldId id="326" r:id="rId34"/>
    <p:sldId id="481" r:id="rId35"/>
    <p:sldId id="327" r:id="rId36"/>
    <p:sldId id="328" r:id="rId37"/>
    <p:sldId id="330" r:id="rId38"/>
    <p:sldId id="331" r:id="rId39"/>
    <p:sldId id="332" r:id="rId40"/>
    <p:sldId id="333" r:id="rId41"/>
    <p:sldId id="334" r:id="rId42"/>
    <p:sldId id="335" r:id="rId43"/>
    <p:sldId id="336" r:id="rId44"/>
    <p:sldId id="337" r:id="rId45"/>
    <p:sldId id="338" r:id="rId46"/>
    <p:sldId id="339" r:id="rId47"/>
    <p:sldId id="340" r:id="rId48"/>
    <p:sldId id="341" r:id="rId49"/>
    <p:sldId id="342" r:id="rId50"/>
    <p:sldId id="343" r:id="rId51"/>
    <p:sldId id="344" r:id="rId52"/>
    <p:sldId id="345" r:id="rId53"/>
    <p:sldId id="346" r:id="rId54"/>
    <p:sldId id="347" r:id="rId55"/>
    <p:sldId id="348" r:id="rId56"/>
    <p:sldId id="349" r:id="rId57"/>
    <p:sldId id="350" r:id="rId58"/>
    <p:sldId id="351" r:id="rId59"/>
    <p:sldId id="352" r:id="rId60"/>
    <p:sldId id="353" r:id="rId61"/>
    <p:sldId id="354" r:id="rId62"/>
    <p:sldId id="355" r:id="rId63"/>
    <p:sldId id="482" r:id="rId64"/>
    <p:sldId id="356" r:id="rId65"/>
    <p:sldId id="357" r:id="rId66"/>
    <p:sldId id="358" r:id="rId67"/>
    <p:sldId id="359" r:id="rId68"/>
    <p:sldId id="360" r:id="rId69"/>
    <p:sldId id="361" r:id="rId70"/>
    <p:sldId id="362" r:id="rId71"/>
    <p:sldId id="363" r:id="rId72"/>
    <p:sldId id="364" r:id="rId73"/>
    <p:sldId id="365" r:id="rId74"/>
    <p:sldId id="366" r:id="rId75"/>
    <p:sldId id="368" r:id="rId76"/>
    <p:sldId id="369" r:id="rId77"/>
    <p:sldId id="370" r:id="rId78"/>
    <p:sldId id="371" r:id="rId79"/>
    <p:sldId id="372" r:id="rId80"/>
    <p:sldId id="373" r:id="rId81"/>
    <p:sldId id="374" r:id="rId82"/>
    <p:sldId id="375" r:id="rId83"/>
    <p:sldId id="376" r:id="rId84"/>
    <p:sldId id="377" r:id="rId85"/>
    <p:sldId id="378" r:id="rId86"/>
    <p:sldId id="379" r:id="rId87"/>
    <p:sldId id="380" r:id="rId88"/>
    <p:sldId id="483" r:id="rId89"/>
    <p:sldId id="381" r:id="rId90"/>
    <p:sldId id="382" r:id="rId91"/>
    <p:sldId id="383" r:id="rId92"/>
    <p:sldId id="384" r:id="rId93"/>
    <p:sldId id="385" r:id="rId94"/>
    <p:sldId id="386" r:id="rId95"/>
    <p:sldId id="387" r:id="rId96"/>
    <p:sldId id="388" r:id="rId97"/>
    <p:sldId id="389" r:id="rId98"/>
    <p:sldId id="390" r:id="rId99"/>
    <p:sldId id="391" r:id="rId100"/>
    <p:sldId id="392" r:id="rId101"/>
    <p:sldId id="393" r:id="rId102"/>
    <p:sldId id="394" r:id="rId103"/>
    <p:sldId id="395" r:id="rId104"/>
    <p:sldId id="396" r:id="rId105"/>
    <p:sldId id="397" r:id="rId106"/>
    <p:sldId id="398" r:id="rId107"/>
    <p:sldId id="399" r:id="rId108"/>
    <p:sldId id="400" r:id="rId109"/>
    <p:sldId id="401" r:id="rId110"/>
    <p:sldId id="402" r:id="rId111"/>
    <p:sldId id="403" r:id="rId112"/>
    <p:sldId id="404" r:id="rId113"/>
    <p:sldId id="405" r:id="rId114"/>
    <p:sldId id="406" r:id="rId115"/>
    <p:sldId id="407" r:id="rId116"/>
    <p:sldId id="408" r:id="rId117"/>
    <p:sldId id="409" r:id="rId118"/>
    <p:sldId id="410" r:id="rId119"/>
    <p:sldId id="411" r:id="rId120"/>
    <p:sldId id="412" r:id="rId121"/>
    <p:sldId id="413" r:id="rId122"/>
    <p:sldId id="415" r:id="rId123"/>
    <p:sldId id="416" r:id="rId124"/>
    <p:sldId id="417" r:id="rId125"/>
    <p:sldId id="418" r:id="rId126"/>
    <p:sldId id="419" r:id="rId127"/>
    <p:sldId id="420" r:id="rId128"/>
    <p:sldId id="421" r:id="rId129"/>
    <p:sldId id="422" r:id="rId130"/>
    <p:sldId id="423" r:id="rId131"/>
    <p:sldId id="424" r:id="rId132"/>
    <p:sldId id="425" r:id="rId133"/>
    <p:sldId id="426" r:id="rId134"/>
    <p:sldId id="427" r:id="rId135"/>
    <p:sldId id="428" r:id="rId136"/>
    <p:sldId id="429" r:id="rId137"/>
    <p:sldId id="430" r:id="rId138"/>
    <p:sldId id="431" r:id="rId139"/>
    <p:sldId id="432" r:id="rId140"/>
    <p:sldId id="433" r:id="rId141"/>
    <p:sldId id="434" r:id="rId142"/>
    <p:sldId id="435" r:id="rId143"/>
    <p:sldId id="436" r:id="rId144"/>
    <p:sldId id="437" r:id="rId145"/>
    <p:sldId id="438" r:id="rId146"/>
    <p:sldId id="439" r:id="rId147"/>
    <p:sldId id="440" r:id="rId148"/>
    <p:sldId id="441" r:id="rId149"/>
    <p:sldId id="442" r:id="rId150"/>
    <p:sldId id="443" r:id="rId151"/>
    <p:sldId id="444" r:id="rId152"/>
    <p:sldId id="445" r:id="rId153"/>
    <p:sldId id="446" r:id="rId154"/>
    <p:sldId id="447" r:id="rId155"/>
    <p:sldId id="448" r:id="rId156"/>
    <p:sldId id="449" r:id="rId157"/>
    <p:sldId id="450" r:id="rId158"/>
    <p:sldId id="451" r:id="rId159"/>
    <p:sldId id="452" r:id="rId160"/>
    <p:sldId id="453" r:id="rId161"/>
    <p:sldId id="454" r:id="rId162"/>
    <p:sldId id="455" r:id="rId163"/>
    <p:sldId id="456" r:id="rId164"/>
    <p:sldId id="457" r:id="rId165"/>
    <p:sldId id="458" r:id="rId166"/>
    <p:sldId id="459" r:id="rId167"/>
    <p:sldId id="460" r:id="rId168"/>
    <p:sldId id="461" r:id="rId169"/>
    <p:sldId id="484" r:id="rId170"/>
    <p:sldId id="462" r:id="rId171"/>
    <p:sldId id="463" r:id="rId172"/>
    <p:sldId id="464" r:id="rId173"/>
    <p:sldId id="465" r:id="rId174"/>
    <p:sldId id="466" r:id="rId175"/>
    <p:sldId id="467" r:id="rId176"/>
    <p:sldId id="468" r:id="rId177"/>
    <p:sldId id="469" r:id="rId178"/>
    <p:sldId id="470" r:id="rId179"/>
    <p:sldId id="471" r:id="rId180"/>
    <p:sldId id="472" r:id="rId181"/>
    <p:sldId id="474" r:id="rId182"/>
    <p:sldId id="476" r:id="rId183"/>
    <p:sldId id="475" r:id="rId184"/>
    <p:sldId id="477" r:id="rId185"/>
    <p:sldId id="478" r:id="rId186"/>
    <p:sldId id="479" r:id="rId187"/>
    <p:sldId id="480" r:id="rId188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4BC5B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05" autoAdjust="0"/>
    <p:restoredTop sz="94660"/>
  </p:normalViewPr>
  <p:slideViewPr>
    <p:cSldViewPr showGuides="1">
      <p:cViewPr varScale="1">
        <p:scale>
          <a:sx n="91" d="100"/>
          <a:sy n="91" d="100"/>
        </p:scale>
        <p:origin x="981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70" Type="http://schemas.openxmlformats.org/officeDocument/2006/relationships/slide" Target="slides/slide169.xml"/><Relationship Id="rId191" Type="http://schemas.openxmlformats.org/officeDocument/2006/relationships/viewProps" Target="viewProps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181" Type="http://schemas.openxmlformats.org/officeDocument/2006/relationships/slide" Target="slides/slide180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71" Type="http://schemas.openxmlformats.org/officeDocument/2006/relationships/slide" Target="slides/slide170.xml"/><Relationship Id="rId192" Type="http://schemas.openxmlformats.org/officeDocument/2006/relationships/theme" Target="theme/theme1.xml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5" Type="http://schemas.openxmlformats.org/officeDocument/2006/relationships/slide" Target="slides/slide74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61" Type="http://schemas.openxmlformats.org/officeDocument/2006/relationships/slide" Target="slides/slide160.xml"/><Relationship Id="rId182" Type="http://schemas.openxmlformats.org/officeDocument/2006/relationships/slide" Target="slides/slide18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5" Type="http://schemas.openxmlformats.org/officeDocument/2006/relationships/slide" Target="slides/slide64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51" Type="http://schemas.openxmlformats.org/officeDocument/2006/relationships/slide" Target="slides/slide150.xml"/><Relationship Id="rId172" Type="http://schemas.openxmlformats.org/officeDocument/2006/relationships/slide" Target="slides/slide171.xml"/><Relationship Id="rId193" Type="http://schemas.openxmlformats.org/officeDocument/2006/relationships/tableStyles" Target="tableStyles.xml"/><Relationship Id="rId13" Type="http://schemas.openxmlformats.org/officeDocument/2006/relationships/slide" Target="slides/slide12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188" Type="http://schemas.openxmlformats.org/officeDocument/2006/relationships/slide" Target="slides/slide187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162" Type="http://schemas.openxmlformats.org/officeDocument/2006/relationships/slide" Target="slides/slide161.xml"/><Relationship Id="rId183" Type="http://schemas.openxmlformats.org/officeDocument/2006/relationships/slide" Target="slides/slide182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slide" Target="slides/slide177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73" Type="http://schemas.openxmlformats.org/officeDocument/2006/relationships/slide" Target="slides/slide172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184" Type="http://schemas.openxmlformats.org/officeDocument/2006/relationships/slide" Target="slides/slide183.xml"/><Relationship Id="rId189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slide" Target="slides/slide173.xml"/><Relationship Id="rId179" Type="http://schemas.openxmlformats.org/officeDocument/2006/relationships/slide" Target="slides/slide178.xml"/><Relationship Id="rId190" Type="http://schemas.openxmlformats.org/officeDocument/2006/relationships/presProps" Target="presProps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slide" Target="slides/slide163.xml"/><Relationship Id="rId169" Type="http://schemas.openxmlformats.org/officeDocument/2006/relationships/slide" Target="slides/slide168.xml"/><Relationship Id="rId185" Type="http://schemas.openxmlformats.org/officeDocument/2006/relationships/slide" Target="slides/slide18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80" Type="http://schemas.openxmlformats.org/officeDocument/2006/relationships/slide" Target="slides/slide179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slide" Target="slides/slide174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186" Type="http://schemas.openxmlformats.org/officeDocument/2006/relationships/slide" Target="slides/slide185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slide" Target="slides/slide175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slide" Target="slides/slide165.xml"/><Relationship Id="rId187" Type="http://schemas.openxmlformats.org/officeDocument/2006/relationships/slide" Target="slides/slide186.xml"/><Relationship Id="rId1" Type="http://schemas.openxmlformats.org/officeDocument/2006/relationships/slideMaster" Target="slideMasters/slideMaster1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60" Type="http://schemas.openxmlformats.org/officeDocument/2006/relationships/slide" Target="slides/slide59.xml"/><Relationship Id="rId81" Type="http://schemas.openxmlformats.org/officeDocument/2006/relationships/slide" Target="slides/slide80.xml"/><Relationship Id="rId135" Type="http://schemas.openxmlformats.org/officeDocument/2006/relationships/slide" Target="slides/slide134.xml"/><Relationship Id="rId156" Type="http://schemas.openxmlformats.org/officeDocument/2006/relationships/slide" Target="slides/slide155.xml"/><Relationship Id="rId177" Type="http://schemas.openxmlformats.org/officeDocument/2006/relationships/slide" Target="slides/slide176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C735E2-2350-46D3-A3BA-3278693BCC7E}" type="datetimeFigureOut">
              <a:rPr lang="zh-CN" altLang="en-US" smtClean="0"/>
              <a:t>2026/3/18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6C5A49-1997-478E-BDE8-9124069F9CC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2">
            <a:duotone>
              <a:schemeClr val="bg2"/>
              <a:srgbClr val="FFF1C1"/>
            </a:duotone>
            <a:lum bright="-10000" contrast="-40000"/>
          </a:blip>
          <a:stretch>
            <a:fillRect/>
          </a:stretch>
        </p:blipFill>
        <p:spPr>
          <a:xfrm>
            <a:off x="2" y="5214950"/>
            <a:ext cx="1472173" cy="16430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214424"/>
            <a:ext cx="7772400" cy="1470025"/>
          </a:xfrm>
        </p:spPr>
        <p:txBody>
          <a:bodyPr/>
          <a:lstStyle>
            <a:lvl1pPr algn="ctr">
              <a:defRPr sz="4800"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1734" y="2759583"/>
            <a:ext cx="6100534" cy="1740989"/>
          </a:xfrm>
        </p:spPr>
        <p:txBody>
          <a:bodyPr anchor="t"/>
          <a:lstStyle>
            <a:lvl1pPr marL="0" indent="0" algn="ctr">
              <a:buNone/>
              <a:defRPr lang="zh-CN" altLang="en-US" dirty="0">
                <a:effectLst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0" lang="zh-CN" altLang="en-US"/>
              <a:t>单击此处编辑母版副标题样式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2026/3/18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0"/>
            <a:ext cx="669600" cy="6858000"/>
          </a:xfrm>
          <a:prstGeom prst="rect">
            <a:avLst/>
          </a:prstGeom>
          <a:blipFill>
            <a:blip r:embed="rId2">
              <a:alphaModFix amt="40000"/>
            </a:blip>
            <a:tile tx="0" ty="0" sx="50000" sy="50000" flip="x" algn="tl"/>
          </a:blip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 sz="180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2026/3/18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>
            <a:duotone>
              <a:schemeClr val="bg2"/>
              <a:srgbClr val="FFF1C1"/>
            </a:duotone>
          </a:blip>
          <a:stretch>
            <a:fillRect/>
          </a:stretch>
        </p:blipFill>
        <p:spPr>
          <a:xfrm>
            <a:off x="8135908" y="0"/>
            <a:ext cx="1008093" cy="14287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143371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643184"/>
            <a:ext cx="7772400" cy="1500187"/>
          </a:xfrm>
        </p:spPr>
        <p:txBody>
          <a:bodyPr anchor="b"/>
          <a:lstStyle>
            <a:lvl1pPr marL="0" indent="0">
              <a:buNone/>
              <a:defRPr lang="zh-CN" altLang="en-US" sz="2800" smtClean="0">
                <a:effectLst/>
              </a:defRPr>
            </a:lvl1pPr>
            <a:lvl2pPr marL="457200" indent="0">
              <a:buNone/>
              <a:defRPr lang="zh-CN" altLang="en-US" sz="2400" smtClean="0">
                <a:effectLst/>
              </a:defRPr>
            </a:lvl2pPr>
            <a:lvl3pPr marL="914400" indent="0">
              <a:buNone/>
              <a:defRPr lang="zh-CN" altLang="en-US" sz="2000" smtClean="0">
                <a:effectLst/>
              </a:defRPr>
            </a:lvl3pPr>
            <a:lvl4pPr marL="1371600" indent="0">
              <a:buNone/>
              <a:defRPr lang="zh-CN" altLang="en-US" sz="1600" smtClean="0">
                <a:effectLst/>
              </a:defRPr>
            </a:lvl4pPr>
            <a:lvl5pPr marL="1828800" indent="0">
              <a:buNone/>
              <a:defRPr lang="zh-CN" altLang="en-US" sz="1400" dirty="0" smtClean="0">
                <a:effectLst/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2026/3/18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duotone>
              <a:schemeClr val="bg2"/>
              <a:srgbClr val="FFF1C1"/>
            </a:duotone>
            <a:lum bright="-10000" contrast="-30000"/>
          </a:blip>
          <a:stretch>
            <a:fillRect/>
          </a:stretch>
        </p:blipFill>
        <p:spPr>
          <a:xfrm>
            <a:off x="7480636" y="0"/>
            <a:ext cx="1663364" cy="2357430"/>
          </a:xfrm>
          <a:prstGeom prst="rect">
            <a:avLst/>
          </a:prstGeom>
          <a:noFill/>
          <a:ln>
            <a:noFill/>
          </a:ln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0" y="0"/>
            <a:ext cx="655200" cy="6858000"/>
          </a:xfrm>
          <a:prstGeom prst="rect">
            <a:avLst/>
          </a:prstGeom>
          <a:blipFill>
            <a:blip r:embed="rId2">
              <a:alphaModFix amt="40000"/>
            </a:blip>
            <a:tile tx="0" ty="0" sx="50000" sy="50000" flip="x" algn="tl"/>
          </a:blip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 sz="180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2026/3/18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>
            <a:duotone>
              <a:schemeClr val="bg2"/>
              <a:srgbClr val="FFF1C1"/>
            </a:duotone>
          </a:blip>
          <a:stretch>
            <a:fillRect/>
          </a:stretch>
        </p:blipFill>
        <p:spPr>
          <a:xfrm>
            <a:off x="8135908" y="0"/>
            <a:ext cx="1008093" cy="14287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0" y="0"/>
            <a:ext cx="640800" cy="6858000"/>
          </a:xfrm>
          <a:prstGeom prst="rect">
            <a:avLst/>
          </a:prstGeom>
          <a:blipFill>
            <a:blip r:embed="rId2">
              <a:alphaModFix amt="40000"/>
            </a:blip>
            <a:tile tx="0" ty="0" sx="50000" sy="50000" flip="x" algn="tl"/>
          </a:blip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 sz="180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2026/3/18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>
            <a:duotone>
              <a:schemeClr val="bg2"/>
              <a:srgbClr val="FFF1C1"/>
            </a:duotone>
          </a:blip>
          <a:stretch>
            <a:fillRect/>
          </a:stretch>
        </p:blipFill>
        <p:spPr>
          <a:xfrm>
            <a:off x="8135908" y="0"/>
            <a:ext cx="1008093" cy="14287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669600" cy="6858000"/>
          </a:xfrm>
          <a:prstGeom prst="rect">
            <a:avLst/>
          </a:prstGeom>
          <a:blipFill>
            <a:blip r:embed="rId2">
              <a:alphaModFix amt="40000"/>
            </a:blip>
            <a:tile tx="0" ty="0" sx="50000" sy="50000" flip="x" algn="tl"/>
          </a:blip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 sz="180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2026/3/18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>
            <a:duotone>
              <a:schemeClr val="bg2"/>
              <a:srgbClr val="FFF1C1"/>
            </a:duotone>
          </a:blip>
          <a:stretch>
            <a:fillRect/>
          </a:stretch>
        </p:blipFill>
        <p:spPr>
          <a:xfrm>
            <a:off x="8135908" y="0"/>
            <a:ext cx="1008093" cy="14287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0"/>
            <a:ext cx="669600" cy="6858000"/>
          </a:xfrm>
          <a:prstGeom prst="rect">
            <a:avLst/>
          </a:prstGeom>
          <a:blipFill>
            <a:blip r:embed="rId2">
              <a:alphaModFix amt="40000"/>
            </a:blip>
            <a:tile tx="0" ty="0" sx="50000" sy="50000" flip="x" algn="tl"/>
          </a:blip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 sz="180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2026/3/18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>
            <a:duotone>
              <a:schemeClr val="bg2"/>
              <a:srgbClr val="FFF1C1"/>
            </a:duotone>
          </a:blip>
          <a:stretch>
            <a:fillRect/>
          </a:stretch>
        </p:blipFill>
        <p:spPr>
          <a:xfrm>
            <a:off x="8135908" y="0"/>
            <a:ext cx="1008093" cy="14287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0" y="0"/>
            <a:ext cx="673200" cy="6858000"/>
          </a:xfrm>
          <a:prstGeom prst="rect">
            <a:avLst/>
          </a:prstGeom>
          <a:blipFill>
            <a:blip r:embed="rId2">
              <a:alphaModFix amt="40000"/>
            </a:blip>
            <a:tile tx="0" ty="0" sx="50000" sy="50000" flip="x" algn="tl"/>
          </a:blip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 sz="180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1176" y="5357826"/>
            <a:ext cx="8226225" cy="768028"/>
          </a:xfrm>
        </p:spPr>
        <p:txBody>
          <a:bodyPr anchor="ctr"/>
          <a:lstStyle>
            <a:lvl1pPr algn="ctr">
              <a:defRPr lang="zh-CN" altLang="en-US" sz="3600" b="0" kern="1200" spc="50" dirty="0">
                <a:ln w="12700">
                  <a:noFill/>
                  <a:prstDash val="solid"/>
                </a:ln>
                <a:solidFill>
                  <a:schemeClr val="accent4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0383" y="428606"/>
            <a:ext cx="5111750" cy="485778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679086" y="1357298"/>
            <a:ext cx="3008313" cy="392909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2026/3/18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>
            <a:duotone>
              <a:schemeClr val="bg2"/>
              <a:srgbClr val="FFF1C1"/>
            </a:duotone>
          </a:blip>
          <a:stretch>
            <a:fillRect/>
          </a:stretch>
        </p:blipFill>
        <p:spPr>
          <a:xfrm>
            <a:off x="8135908" y="0"/>
            <a:ext cx="1008093" cy="14287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0" y="0"/>
            <a:ext cx="669600" cy="6858000"/>
          </a:xfrm>
          <a:prstGeom prst="rect">
            <a:avLst/>
          </a:prstGeom>
          <a:blipFill>
            <a:blip r:embed="rId2">
              <a:alphaModFix amt="40000"/>
            </a:blip>
            <a:tile tx="0" ty="0" sx="50000" sy="50000" flip="x" algn="tl"/>
          </a:blip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 sz="180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95298" y="214290"/>
            <a:ext cx="7448602" cy="781052"/>
          </a:xfrm>
        </p:spPr>
        <p:txBody>
          <a:bodyPr anchor="ctr"/>
          <a:lstStyle>
            <a:lvl1pPr algn="ctr" rtl="0">
              <a:spcBef>
                <a:spcPct val="0"/>
              </a:spcBef>
              <a:buNone/>
              <a:defRPr sz="3600" b="0" kern="1200" spc="50">
                <a:ln w="12700">
                  <a:noFill/>
                  <a:prstDash val="solid"/>
                </a:ln>
                <a:solidFill>
                  <a:schemeClr val="accent4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681015" y="1000108"/>
            <a:ext cx="7452360" cy="5214974"/>
          </a:xfrm>
          <a:prstGeom prst="snip2DiagRect">
            <a:avLst>
              <a:gd name="adj1" fmla="val 0"/>
              <a:gd name="adj2" fmla="val 17946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kumimoji="0" lang="zh-CN" altLang="en-US"/>
              <a:t>单击图标添加图片</a:t>
            </a:r>
            <a:endParaRPr kumimoji="0"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953001" y="6243635"/>
            <a:ext cx="3180375" cy="614367"/>
          </a:xfrm>
        </p:spPr>
        <p:txBody>
          <a:bodyPr anchor="t"/>
          <a:lstStyle>
            <a:lvl1pPr marL="0" indent="0" algn="r">
              <a:buNone/>
              <a:defRPr sz="1400"/>
            </a:lvl1pPr>
            <a:lvl2pPr marL="457200" indent="0" algn="r">
              <a:buNone/>
              <a:defRPr sz="1200"/>
            </a:lvl2pPr>
            <a:lvl3pPr marL="914400" indent="0" algn="r">
              <a:buNone/>
              <a:defRPr sz="1000"/>
            </a:lvl3pPr>
            <a:lvl4pPr marL="1371600" indent="0" algn="r">
              <a:buNone/>
              <a:defRPr sz="900"/>
            </a:lvl4pPr>
            <a:lvl5pPr marL="1828800" indent="0" algn="r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601" y="6492880"/>
            <a:ext cx="1676384" cy="365125"/>
          </a:xfrm>
        </p:spPr>
        <p:txBody>
          <a:bodyPr/>
          <a:lstStyle/>
          <a:p>
            <a:fld id="{530820CF-B880-4189-942D-D702A7CBA730}" type="datetimeFigureOut">
              <a:rPr lang="zh-CN" altLang="en-US" smtClean="0"/>
              <a:t>2026/3/18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2285985" y="6492878"/>
            <a:ext cx="2643206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83073" y="5347005"/>
            <a:ext cx="871200" cy="871200"/>
          </a:xfrm>
          <a:prstGeom prst="rtTriangle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>
            <a:duotone>
              <a:schemeClr val="bg2"/>
              <a:srgbClr val="FFF1C1"/>
            </a:duotone>
          </a:blip>
          <a:stretch>
            <a:fillRect/>
          </a:stretch>
        </p:blipFill>
        <p:spPr>
          <a:xfrm>
            <a:off x="8135908" y="0"/>
            <a:ext cx="1008093" cy="14287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0"/>
            <a:ext cx="669600" cy="6858000"/>
          </a:xfrm>
          <a:prstGeom prst="rect">
            <a:avLst/>
          </a:prstGeom>
          <a:blipFill>
            <a:blip r:embed="rId2">
              <a:alphaModFix amt="40000"/>
            </a:blip>
            <a:tile tx="0" ty="0" sx="50000" sy="50000" flip="x" algn="tl"/>
          </a:blip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 sz="180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500178"/>
            <a:ext cx="8229600" cy="4714907"/>
          </a:xfrm>
        </p:spPr>
        <p:txBody>
          <a:bodyPr vert="eaVert"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2026/3/18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>
            <a:duotone>
              <a:schemeClr val="bg2"/>
              <a:srgbClr val="FFF1C1"/>
            </a:duotone>
          </a:blip>
          <a:stretch>
            <a:fillRect/>
          </a:stretch>
        </p:blipFill>
        <p:spPr>
          <a:xfrm>
            <a:off x="8135908" y="0"/>
            <a:ext cx="1008093" cy="14287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0"/>
            <a:ext cx="669600" cy="6858000"/>
          </a:xfrm>
          <a:prstGeom prst="rect">
            <a:avLst/>
          </a:prstGeom>
          <a:blipFill>
            <a:blip r:embed="rId2">
              <a:alphaModFix amt="40000"/>
            </a:blip>
            <a:tile tx="0" ty="0" sx="50000" sy="50000" flip="x" algn="tl"/>
          </a:blip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 sz="1800"/>
          </a:p>
        </p:txBody>
      </p:sp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286644" y="274638"/>
            <a:ext cx="1400156" cy="5940444"/>
          </a:xfrm>
        </p:spPr>
        <p:txBody>
          <a:bodyPr vert="eaVert"/>
          <a:lstStyle>
            <a:lvl1pPr algn="ctr">
              <a:defRPr>
                <a:effectLst>
                  <a:outerShdw dist="50800" dir="18900000" algn="tl" rotWithShape="0">
                    <a:srgbClr val="000000">
                      <a:alpha val="75000"/>
                    </a:srgbClr>
                  </a:outerShdw>
                </a:effectLst>
              </a:defRPr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1" y="274638"/>
            <a:ext cx="6758006" cy="5940444"/>
          </a:xfrm>
        </p:spPr>
        <p:txBody>
          <a:bodyPr vert="eaVert"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2026/3/18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>
            <a:duotone>
              <a:schemeClr val="bg2"/>
              <a:srgbClr val="FFF1C1"/>
            </a:duotone>
          </a:blip>
          <a:stretch>
            <a:fillRect/>
          </a:stretch>
        </p:blipFill>
        <p:spPr>
          <a:xfrm>
            <a:off x="8135908" y="0"/>
            <a:ext cx="1008093" cy="14287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776000" cy="1143000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matte">
              <a:bevelT w="12700" h="12700"/>
            </a:sp3d>
          </a:bodyPr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  <a:p>
            <a:pPr lvl="1" eaLnBrk="1" latinLnBrk="0" hangingPunct="1"/>
            <a:r>
              <a:rPr kumimoji="0" lang="zh-CN" altLang="en-US"/>
              <a:t>第二级</a:t>
            </a:r>
          </a:p>
          <a:p>
            <a:pPr lvl="2" eaLnBrk="1" latinLnBrk="0" hangingPunct="1"/>
            <a:r>
              <a:rPr kumimoji="0" lang="zh-CN" altLang="en-US"/>
              <a:t>第三级</a:t>
            </a:r>
          </a:p>
          <a:p>
            <a:pPr lvl="3" eaLnBrk="1" latinLnBrk="0" hangingPunct="1"/>
            <a:r>
              <a:rPr kumimoji="0" lang="zh-CN" altLang="en-US"/>
              <a:t>第四级</a:t>
            </a:r>
          </a:p>
          <a:p>
            <a:pPr lvl="4" eaLnBrk="1" latinLnBrk="0" hangingPunct="1"/>
            <a:r>
              <a:rPr kumimoji="0"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274320" rtlCol="0" anchor="ctr"/>
          <a:lstStyle>
            <a:lvl1pPr algn="l" eaLnBrk="1" latinLnBrk="0" hangingPunct="1">
              <a:defRPr kumimoji="0" sz="1200">
                <a:solidFill>
                  <a:schemeClr val="tx1"/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2026/3/18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rtlCol="0" anchor="ctr"/>
          <a:lstStyle>
            <a:lvl1pPr algn="ctr" eaLnBrk="1" latinLnBrk="0" hangingPunct="1">
              <a:defRPr kumimoji="0" sz="1200">
                <a:solidFill>
                  <a:schemeClr val="tx1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45720" tIns="45720" rIns="45720" rtlCol="0" anchor="ctr"/>
          <a:lstStyle>
            <a:lvl1pPr algn="r" eaLnBrk="1" latinLnBrk="0" hangingPunct="1">
              <a:defRPr kumimoji="0" sz="1200">
                <a:solidFill>
                  <a:schemeClr val="tx1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1" latinLnBrk="0" hangingPunct="1">
        <a:spcBef>
          <a:spcPct val="0"/>
        </a:spcBef>
        <a:buNone/>
        <a:defRPr kumimoji="0" lang="zh-CN" altLang="en-US" sz="4400" b="0" kern="1200" spc="50" dirty="0">
          <a:ln w="12700">
            <a:noFill/>
            <a:prstDash val="solid"/>
          </a:ln>
          <a:solidFill>
            <a:schemeClr val="accent4"/>
          </a:solidFill>
          <a:effectLst>
            <a:outerShdw blurRad="38100" dist="20320" dir="2700000" algn="tl" rotWithShape="0">
              <a:srgbClr val="000000">
                <a:alpha val="70000"/>
              </a:srgbClr>
            </a:outerShdw>
          </a:effectLst>
          <a:latin typeface="+mj-lt"/>
          <a:ea typeface="+mj-ea"/>
          <a:cs typeface="+mj-cs"/>
        </a:defRPr>
      </a:lvl1pPr>
      <a:lvl2pPr eaLnBrk="1" latinLnBrk="0" hangingPunct="1">
        <a:defRPr kumimoji="0">
          <a:solidFill>
            <a:schemeClr val="tx2"/>
          </a:solidFill>
        </a:defRPr>
      </a:lvl2pPr>
      <a:lvl3pPr eaLnBrk="1" latinLnBrk="0" hangingPunct="1">
        <a:defRPr kumimoji="0">
          <a:solidFill>
            <a:schemeClr val="tx2"/>
          </a:solidFill>
        </a:defRPr>
      </a:lvl3pPr>
      <a:lvl4pPr eaLnBrk="1" latinLnBrk="0" hangingPunct="1">
        <a:defRPr kumimoji="0">
          <a:solidFill>
            <a:schemeClr val="tx2"/>
          </a:solidFill>
        </a:defRPr>
      </a:lvl4pPr>
      <a:lvl5pPr eaLnBrk="1" latinLnBrk="0" hangingPunct="1">
        <a:defRPr kumimoji="0">
          <a:solidFill>
            <a:schemeClr val="tx2"/>
          </a:solidFill>
        </a:defRPr>
      </a:lvl5pPr>
      <a:lvl6pPr eaLnBrk="1" latinLnBrk="0" hangingPunct="1">
        <a:defRPr kumimoji="0">
          <a:solidFill>
            <a:schemeClr val="tx2"/>
          </a:solidFill>
        </a:defRPr>
      </a:lvl6pPr>
      <a:lvl7pPr eaLnBrk="1" latinLnBrk="0" hangingPunct="1">
        <a:defRPr kumimoji="0">
          <a:solidFill>
            <a:schemeClr val="tx2"/>
          </a:solidFill>
        </a:defRPr>
      </a:lvl7pPr>
      <a:lvl8pPr eaLnBrk="1" latinLnBrk="0" hangingPunct="1">
        <a:defRPr kumimoji="0">
          <a:solidFill>
            <a:schemeClr val="tx2"/>
          </a:solidFill>
        </a:defRPr>
      </a:lvl8pPr>
      <a:lvl9pPr eaLnBrk="1" latinLnBrk="0" hangingPunct="1">
        <a:defRPr kumimoji="0">
          <a:solidFill>
            <a:schemeClr val="tx2"/>
          </a:solidFill>
        </a:defRPr>
      </a:lvl9pPr>
    </p:titleStyle>
    <p:bodyStyle>
      <a:lvl1pPr marL="342900" indent="-342900" algn="l" rtl="0" eaLnBrk="1" latinLnBrk="0" hangingPunct="1">
        <a:spcBef>
          <a:spcPct val="20000"/>
        </a:spcBef>
        <a:buClr>
          <a:schemeClr val="tx2"/>
        </a:buClr>
        <a:buSzPct val="60000"/>
        <a:buFont typeface="Wingdings 2" panose="05020102010507070707"/>
        <a:buChar char="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latinLnBrk="0" hangingPunct="1">
        <a:spcBef>
          <a:spcPct val="20000"/>
        </a:spcBef>
        <a:buClr>
          <a:schemeClr val="tx2"/>
        </a:buClr>
        <a:buSzPct val="60000"/>
        <a:buFont typeface="Wingdings 2" panose="05020102010507070707"/>
        <a:buChar char="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latinLnBrk="0" hangingPunct="1">
        <a:spcBef>
          <a:spcPct val="20000"/>
        </a:spcBef>
        <a:buClr>
          <a:schemeClr val="tx2"/>
        </a:buClr>
        <a:buSzPct val="60000"/>
        <a:buFont typeface="Wingdings 2" panose="05020102010507070707"/>
        <a:buChar char="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latinLnBrk="0" hangingPunct="1">
        <a:spcBef>
          <a:spcPct val="20000"/>
        </a:spcBef>
        <a:buClr>
          <a:schemeClr val="tx2"/>
        </a:buClr>
        <a:buSzPct val="60000"/>
        <a:buFont typeface="Wingdings 2" panose="05020102010507070707"/>
        <a:buChar char="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latinLnBrk="0" hangingPunct="1">
        <a:spcBef>
          <a:spcPct val="20000"/>
        </a:spcBef>
        <a:buClr>
          <a:schemeClr val="tx2"/>
        </a:buClr>
        <a:buSzPct val="60000"/>
        <a:buFont typeface="Wingdings 2" panose="05020102010507070707"/>
        <a:buChar char="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Font typeface="Arial" panose="020B0604020202020204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Font typeface="Arial" panose="020B0604020202020204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Font typeface="Arial" panose="020B0604020202020204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Font typeface="Arial" panose="020B0604020202020204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844824"/>
            <a:ext cx="7772400" cy="1470025"/>
          </a:xfrm>
        </p:spPr>
        <p:txBody>
          <a:bodyPr/>
          <a:lstStyle/>
          <a:p>
            <a:r>
              <a:rPr lang="zh-CN" altLang="en-US" dirty="0"/>
              <a:t>解书音形部首表展示</a:t>
            </a:r>
          </a:p>
        </p:txBody>
      </p:sp>
      <p:sp>
        <p:nvSpPr>
          <p:cNvPr id="5" name="副标题 2"/>
          <p:cNvSpPr>
            <a:spLocks noGrp="1"/>
          </p:cNvSpPr>
          <p:nvPr>
            <p:ph type="subTitle" idx="1"/>
          </p:nvPr>
        </p:nvSpPr>
        <p:spPr>
          <a:xfrm>
            <a:off x="8100392" y="1512161"/>
            <a:ext cx="972723" cy="4077072"/>
          </a:xfrm>
        </p:spPr>
        <p:txBody>
          <a:bodyPr vert="eaVert">
            <a:normAutofit/>
          </a:bodyPr>
          <a:lstStyle/>
          <a:p>
            <a:pPr algn="l"/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乙巳年臘月廿四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30263" y="3161442"/>
            <a:ext cx="16834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bu4b ub3d bc3q</a:t>
            </a:r>
            <a:endParaRPr lang="zh-CN" altLang="en-US" dirty="0"/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E3BAE8FA-4F14-AE14-C003-5CD5ABF66A6A}"/>
              </a:ext>
            </a:extLst>
          </p:cNvPr>
          <p:cNvCxnSpPr/>
          <p:nvPr/>
        </p:nvCxnSpPr>
        <p:spPr>
          <a:xfrm>
            <a:off x="-108520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 build="p"/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BCB8C7-6622-88C6-14CF-E9F7D72B42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08" y="71525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A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：丶一丨丿</a:t>
            </a:r>
            <a:r>
              <a:rPr lang="zh-CN" altLang="zh-CN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乙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乛</a:t>
            </a:r>
            <a:r>
              <a:rPr lang="zh-CN" altLang="zh-CN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𠃌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乚𡿨</a:t>
            </a:r>
            <a:endParaRPr lang="zh-CN" altLang="en-US" sz="36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26D163A-B67F-EFC3-296F-545CFA0B22DA}"/>
              </a:ext>
            </a:extLst>
          </p:cNvPr>
          <p:cNvSpPr txBox="1"/>
          <p:nvPr/>
        </p:nvSpPr>
        <p:spPr>
          <a:xfrm>
            <a:off x="35496" y="160334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chemeClr val="bg1"/>
                </a:solidFill>
                <a:highlight>
                  <a:srgbClr val="FFFF00"/>
                </a:highlight>
                <a:latin typeface="+mj-ea"/>
                <a:ea typeface="+mj-ea"/>
              </a:rPr>
              <a:t>凡例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BA1365E-3D79-91BF-9DFB-490838DFE7D3}"/>
              </a:ext>
            </a:extLst>
          </p:cNvPr>
          <p:cNvSpPr txBox="1"/>
          <p:nvPr/>
        </p:nvSpPr>
        <p:spPr>
          <a:xfrm>
            <a:off x="251520" y="748665"/>
            <a:ext cx="34788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  <a:highlight>
                  <a:srgbClr val="FFFF00"/>
                </a:highlight>
                <a:latin typeface="+mj-ea"/>
                <a:ea typeface="+mj-ea"/>
              </a:rPr>
              <a:t>部首码</a:t>
            </a:r>
            <a:r>
              <a:rPr lang="en-US" altLang="zh-CN" sz="2400" dirty="0">
                <a:solidFill>
                  <a:schemeClr val="bg1"/>
                </a:solidFill>
                <a:highlight>
                  <a:srgbClr val="FFFF00"/>
                </a:highlight>
                <a:latin typeface="+mj-ea"/>
                <a:ea typeface="+mj-ea"/>
              </a:rPr>
              <a:t>&amp;</a:t>
            </a:r>
            <a:r>
              <a:rPr lang="zh-CN" altLang="en-US" sz="2400" dirty="0">
                <a:solidFill>
                  <a:schemeClr val="bg1"/>
                </a:solidFill>
                <a:highlight>
                  <a:srgbClr val="FFFF00"/>
                </a:highlight>
                <a:latin typeface="+mj-ea"/>
                <a:ea typeface="+mj-ea"/>
              </a:rPr>
              <a:t>对应的部首列表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2DA86E6-EE18-C9FE-C3EA-3A0BE16EA4C1}"/>
              </a:ext>
            </a:extLst>
          </p:cNvPr>
          <p:cNvSpPr txBox="1"/>
          <p:nvPr/>
        </p:nvSpPr>
        <p:spPr>
          <a:xfrm>
            <a:off x="3158236" y="-63602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  <a:highlight>
                  <a:srgbClr val="FFFF00"/>
                </a:highlight>
                <a:latin typeface="+mj-ea"/>
                <a:ea typeface="+mj-ea"/>
              </a:rPr>
              <a:t>当前部首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B221649-93E2-E064-63D6-BB29B586CB30}"/>
              </a:ext>
            </a:extLst>
          </p:cNvPr>
          <p:cNvSpPr txBox="1"/>
          <p:nvPr/>
        </p:nvSpPr>
        <p:spPr>
          <a:xfrm>
            <a:off x="4283968" y="7879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  <a:highlight>
                  <a:srgbClr val="FFFF00"/>
                </a:highlight>
                <a:latin typeface="+mj-ea"/>
                <a:ea typeface="+mj-ea"/>
              </a:rPr>
              <a:t>别码部首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C79B0BB-BB16-201A-4C97-7042773C9695}"/>
              </a:ext>
            </a:extLst>
          </p:cNvPr>
          <p:cNvSpPr txBox="1"/>
          <p:nvPr/>
        </p:nvSpPr>
        <p:spPr>
          <a:xfrm>
            <a:off x="834981" y="122304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乙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81B1AB6-5E0D-C8A4-0FA5-AE4C7313EBB1}"/>
              </a:ext>
            </a:extLst>
          </p:cNvPr>
          <p:cNvSpPr txBox="1"/>
          <p:nvPr/>
        </p:nvSpPr>
        <p:spPr>
          <a:xfrm>
            <a:off x="1264274" y="3789040"/>
            <a:ext cx="891591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ay</a:t>
            </a:r>
            <a:endParaRPr lang="zh-CN" altLang="en-US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35D6CE0-0EC3-7D06-7C4B-30F6B7515544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BAE09A7-65C7-A6C0-76D8-034C071962B1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1D4C255-0C6A-DDD6-BF1D-2D79696EEDEC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A5B736F-1964-2A17-1CAE-E7BE69964A34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FF42BFC4-9761-1C65-5BC5-E7F8F458455A}"/>
              </a:ext>
            </a:extLst>
          </p:cNvPr>
          <p:cNvSpPr txBox="1"/>
          <p:nvPr/>
        </p:nvSpPr>
        <p:spPr>
          <a:xfrm>
            <a:off x="3832112" y="2130985"/>
            <a:ext cx="14670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单笔画</a:t>
            </a:r>
            <a:r>
              <a:rPr lang="en-US" altLang="zh-CN" sz="2000" dirty="0">
                <a:latin typeface="+mn-ea"/>
              </a:rPr>
              <a:t>+yi3</a:t>
            </a:r>
            <a:endParaRPr lang="zh-CN" altLang="en-US" sz="2000" dirty="0">
              <a:latin typeface="+mn-ea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C0E94C0-4C98-5517-ADF1-125ABEC3F25C}"/>
              </a:ext>
            </a:extLst>
          </p:cNvPr>
          <p:cNvSpPr txBox="1"/>
          <p:nvPr/>
        </p:nvSpPr>
        <p:spPr>
          <a:xfrm>
            <a:off x="3856241" y="4050650"/>
            <a:ext cx="428835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仅可用于副码</a:t>
            </a:r>
            <a:endParaRPr lang="en-US" altLang="zh-CN" sz="2000" dirty="0">
              <a:latin typeface="+mn-ea"/>
            </a:endParaRPr>
          </a:p>
          <a:p>
            <a:r>
              <a:rPr lang="zh-CN" altLang="en-US" sz="2000" dirty="0"/>
              <a:t>这几个单笔画用作副码时分别表示成</a:t>
            </a:r>
            <a:endParaRPr lang="en-US" altLang="zh-CN" sz="2000" dirty="0"/>
          </a:p>
          <a:p>
            <a:r>
              <a:rPr lang="en-US" altLang="zh-CN" sz="2000" dirty="0" err="1"/>
              <a:t>dhupygkwv</a:t>
            </a:r>
            <a:endParaRPr lang="zh-CN" altLang="en-US" sz="24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BEA043BC-499F-0F35-5CEB-88D9687E9180}"/>
              </a:ext>
            </a:extLst>
          </p:cNvPr>
          <p:cNvCxnSpPr/>
          <p:nvPr/>
        </p:nvCxnSpPr>
        <p:spPr>
          <a:xfrm>
            <a:off x="-108520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D15C9AE9-975E-19AB-E799-FAF9EAC5ED45}"/>
              </a:ext>
            </a:extLst>
          </p:cNvPr>
          <p:cNvSpPr txBox="1"/>
          <p:nvPr/>
        </p:nvSpPr>
        <p:spPr>
          <a:xfrm>
            <a:off x="7668344" y="4941168"/>
            <a:ext cx="132440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得意黑" pitchFamily="2" charset="-122"/>
                <a:ea typeface="得意黑" pitchFamily="2" charset="-122"/>
              </a:rPr>
              <a:t>Here we go!</a:t>
            </a:r>
            <a:endParaRPr lang="zh-CN" alt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得意黑" pitchFamily="2" charset="-122"/>
              <a:ea typeface="得意黑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74686AB-B104-2C57-C667-34AD31D5C0F5}"/>
              </a:ext>
            </a:extLst>
          </p:cNvPr>
          <p:cNvSpPr txBox="1"/>
          <p:nvPr/>
        </p:nvSpPr>
        <p:spPr>
          <a:xfrm>
            <a:off x="4355976" y="1723346"/>
            <a:ext cx="151676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（音托</a:t>
            </a:r>
            <a:r>
              <a:rPr lang="en-US" altLang="zh-CN" sz="2000" dirty="0">
                <a:latin typeface="得意黑" pitchFamily="2" charset="-122"/>
                <a:ea typeface="得意黑" pitchFamily="2" charset="-122"/>
              </a:rPr>
              <a:t>/</a:t>
            </a:r>
            <a:r>
              <a:rPr lang="zh-CN" altLang="en-US" sz="2000" dirty="0">
                <a:highlight>
                  <a:srgbClr val="800000"/>
                </a:highlight>
                <a:latin typeface="得意黑" pitchFamily="2" charset="-122"/>
                <a:ea typeface="得意黑" pitchFamily="2" charset="-122"/>
              </a:rPr>
              <a:t>别码）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CA07A21-A106-D1AB-7281-E7848B29BF98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  <a:endParaRPr lang="zh-CN" altLang="en-US" sz="2000" dirty="0">
              <a:highlight>
                <a:srgbClr val="800000"/>
              </a:highlight>
              <a:latin typeface="得意黑" pitchFamily="2" charset="-122"/>
              <a:ea typeface="得意黑" pitchFamily="2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D7396715-3981-5122-E47A-B41F2B92113E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48F1ADFD-E427-27ED-7F97-5E90087A5358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𦨇</a:t>
            </a:r>
            <a:endParaRPr lang="en-US" altLang="zh-CN" sz="4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yi4v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y</a:t>
            </a:r>
          </a:p>
        </p:txBody>
      </p:sp>
    </p:spTree>
    <p:extLst>
      <p:ext uri="{BB962C8B-B14F-4D97-AF65-F5344CB8AC3E}">
        <p14:creationId xmlns:p14="http://schemas.microsoft.com/office/powerpoint/2010/main" val="7522698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50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6000"/>
                            </p:stCondLst>
                            <p:childTnLst>
                              <p:par>
                                <p:cTn id="5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650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7000"/>
                            </p:stCondLst>
                            <p:childTnLst>
                              <p:par>
                                <p:cTn id="6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7500"/>
                            </p:stCondLst>
                            <p:childTnLst>
                              <p:par>
                                <p:cTn id="6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9" grpId="0"/>
      <p:bldP spid="20" grpId="0"/>
      <p:bldP spid="21" grpId="0"/>
      <p:bldP spid="22" grpId="0"/>
      <p:bldP spid="2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7867B9-70D7-07A6-F237-5D34B32455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D3375C-8D45-C54E-E3D3-AEB8A0A3EA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08" y="71525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B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宀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阝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冫贝疒白卜八匕癶</a:t>
            </a:r>
            <a:endParaRPr lang="zh-CN" altLang="en-US" sz="36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9E9B25C-B39D-85B4-BC8B-D4F69CC5D193}"/>
              </a:ext>
            </a:extLst>
          </p:cNvPr>
          <p:cNvSpPr txBox="1"/>
          <p:nvPr/>
        </p:nvSpPr>
        <p:spPr>
          <a:xfrm>
            <a:off x="732878" y="1469473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宀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C6993-F4BA-D6DF-DC9B-7BB7D7C945F9}"/>
              </a:ext>
            </a:extLst>
          </p:cNvPr>
          <p:cNvSpPr txBox="1"/>
          <p:nvPr/>
        </p:nvSpPr>
        <p:spPr>
          <a:xfrm>
            <a:off x="1264274" y="3789040"/>
            <a:ext cx="918841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bk</a:t>
            </a:r>
            <a:endParaRPr lang="zh-CN" altLang="en-US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412EA10-EB98-F397-FA51-C95502CAB412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C4F07F3-5C52-36E8-BE45-28E66DF9BCBA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979A89C-11DB-0AA1-7559-355B857F5096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C859A3B-BDB2-6CC7-F638-73DBA0C17C88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6BCD2DC-7643-C2C0-7D50-B86850504DEC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04D06E2D-0A39-5D7D-BFCF-24C37BF6635F}"/>
              </a:ext>
            </a:extLst>
          </p:cNvPr>
          <p:cNvCxnSpPr/>
          <p:nvPr/>
        </p:nvCxnSpPr>
        <p:spPr>
          <a:xfrm>
            <a:off x="-108520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22EFCB11-43C8-5EC1-ADC3-C8AF8E51FFB8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  <a:endParaRPr lang="zh-CN" altLang="en-US" sz="2000" dirty="0">
              <a:highlight>
                <a:srgbClr val="800000"/>
              </a:highlight>
              <a:latin typeface="得意黑" pitchFamily="2" charset="-122"/>
              <a:ea typeface="得意黑" pitchFamily="2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D6068279-F037-49F8-73C9-F4E64ACA5D7B}"/>
              </a:ext>
            </a:extLst>
          </p:cNvPr>
          <p:cNvSpPr txBox="1"/>
          <p:nvPr/>
        </p:nvSpPr>
        <p:spPr>
          <a:xfrm>
            <a:off x="3832112" y="2130985"/>
            <a:ext cx="210826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宝盖头→宝</a:t>
            </a:r>
            <a:endParaRPr lang="en-US" altLang="zh-CN" sz="2000" dirty="0">
              <a:latin typeface="+mn-ea"/>
            </a:endParaRPr>
          </a:p>
          <a:p>
            <a:r>
              <a:rPr lang="zh-CN" altLang="en-US" sz="2000" dirty="0">
                <a:latin typeface="+mn-ea"/>
              </a:rPr>
              <a:t>无视“</a:t>
            </a:r>
            <a:r>
              <a:rPr lang="en-US" altLang="zh-CN" sz="2000" dirty="0">
                <a:latin typeface="+mn-ea"/>
              </a:rPr>
              <a:t>mian2</a:t>
            </a:r>
            <a:r>
              <a:rPr lang="zh-CN" altLang="en-US" sz="2000" dirty="0">
                <a:latin typeface="+mn-ea"/>
              </a:rPr>
              <a:t>”音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F0865661-3BCD-0F3C-9087-C2CB5869B9AD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1337A9-2C6A-7F72-D193-CE4338E6C045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室</a:t>
            </a:r>
            <a:endParaRPr lang="en-US" altLang="zh-CN" sz="4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ui4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b</a:t>
            </a:r>
            <a:endParaRPr lang="en-US" altLang="zh-CN" sz="36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536411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505398-F58D-983B-E4F7-CEC1EA023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73A9D5-C455-937B-D959-9B667BC1E6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08" y="71525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B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宀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阝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冫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贝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疒白卜八匕癶</a:t>
            </a:r>
            <a:endParaRPr lang="zh-CN" altLang="en-US" sz="36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6ECA85A-2960-89A1-78D2-00DD71AFD63A}"/>
              </a:ext>
            </a:extLst>
          </p:cNvPr>
          <p:cNvSpPr txBox="1"/>
          <p:nvPr/>
        </p:nvSpPr>
        <p:spPr>
          <a:xfrm>
            <a:off x="1258250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阝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6360A01-3A92-94D9-96E5-95C67996F4D3}"/>
              </a:ext>
            </a:extLst>
          </p:cNvPr>
          <p:cNvSpPr txBox="1"/>
          <p:nvPr/>
        </p:nvSpPr>
        <p:spPr>
          <a:xfrm>
            <a:off x="1264274" y="3789040"/>
            <a:ext cx="949299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bu</a:t>
            </a:r>
            <a:endParaRPr lang="zh-CN" altLang="en-US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758312C-F628-1C6E-CC04-9D803D0E0AFB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BC82C1D-1D2D-9D7F-8A30-245BAC62C4F4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6DE4AB7-B71C-3AAD-893C-D82BBFF7BF21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64B401A-08E7-5809-8F37-2F8585549247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1731D61-4CC7-B922-99FF-0266ABCBE7A3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14BB3C81-7833-3BD5-1AA0-7D3243150002}"/>
              </a:ext>
            </a:extLst>
          </p:cNvPr>
          <p:cNvCxnSpPr/>
          <p:nvPr/>
        </p:nvCxnSpPr>
        <p:spPr>
          <a:xfrm>
            <a:off x="-108520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6BDD6965-2986-B741-E410-B3A2B7ADB70D}"/>
              </a:ext>
            </a:extLst>
          </p:cNvPr>
          <p:cNvSpPr txBox="1"/>
          <p:nvPr/>
        </p:nvSpPr>
        <p:spPr>
          <a:xfrm>
            <a:off x="3832112" y="2130985"/>
            <a:ext cx="185178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双耳刀</a:t>
            </a:r>
            <a:r>
              <a:rPr lang="en-US" altLang="zh-CN" sz="2000" dirty="0">
                <a:latin typeface="+mn-ea"/>
              </a:rPr>
              <a:t>/</a:t>
            </a:r>
            <a:r>
              <a:rPr lang="zh-CN" altLang="en-US" sz="2000" dirty="0">
                <a:latin typeface="+mn-ea"/>
              </a:rPr>
              <a:t>阜</a:t>
            </a:r>
            <a:r>
              <a:rPr lang="en-US" altLang="zh-CN" sz="2000" dirty="0">
                <a:latin typeface="+mn-ea"/>
              </a:rPr>
              <a:t>/</a:t>
            </a:r>
            <a:r>
              <a:rPr lang="zh-CN" altLang="en-US" sz="2000" dirty="0">
                <a:latin typeface="+mn-ea"/>
              </a:rPr>
              <a:t>邑</a:t>
            </a:r>
            <a:endParaRPr lang="en-US" altLang="zh-CN" sz="2000" dirty="0">
              <a:latin typeface="+mn-ea"/>
            </a:endParaRPr>
          </a:p>
          <a:p>
            <a:r>
              <a:rPr lang="zh-CN" altLang="en-US" sz="2000" dirty="0">
                <a:latin typeface="+mn-ea"/>
              </a:rPr>
              <a:t>左右均此</a:t>
            </a:r>
            <a:endParaRPr lang="en-US" altLang="zh-CN" sz="2000" dirty="0">
              <a:latin typeface="+mn-ea"/>
            </a:endParaRPr>
          </a:p>
          <a:p>
            <a:r>
              <a:rPr lang="zh-CN" altLang="en-US" sz="2000" dirty="0">
                <a:latin typeface="+mn-ea"/>
              </a:rPr>
              <a:t>音托自“部”</a:t>
            </a:r>
            <a:r>
              <a:rPr lang="en-US" altLang="zh-CN" sz="2000" dirty="0">
                <a:latin typeface="+mn-ea"/>
              </a:rPr>
              <a:t>b</a:t>
            </a:r>
            <a:endParaRPr lang="zh-CN" altLang="en-US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3EA41AF-085F-B2AA-6714-D8CE27EEBE48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800000"/>
                </a:highlight>
                <a:latin typeface="得意黑" pitchFamily="2" charset="-122"/>
                <a:ea typeface="得意黑" pitchFamily="2" charset="-122"/>
              </a:rPr>
              <a:t>别码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0F6A832-8808-0EF9-562D-EB5AF7D3B1B2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79D9AB0-116E-1DC3-2847-870D181DDA89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郑</a:t>
            </a:r>
            <a:endParaRPr lang="en-US" altLang="zh-CN" sz="4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vg4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25781235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C38CC5-C61B-261A-360D-C7ECA20CA4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2BC18D-2D00-7CE0-C61B-5DAACCC00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08" y="71525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B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宀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阝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冫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贝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疒白卜八匕癶</a:t>
            </a:r>
            <a:endParaRPr lang="zh-CN" altLang="en-US" sz="36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D666038-719F-5989-D9D0-131464B5BA97}"/>
              </a:ext>
            </a:extLst>
          </p:cNvPr>
          <p:cNvSpPr txBox="1"/>
          <p:nvPr/>
        </p:nvSpPr>
        <p:spPr>
          <a:xfrm>
            <a:off x="1258250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冫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E833BA4-6561-8B9E-3DCF-A3766DD3494B}"/>
              </a:ext>
            </a:extLst>
          </p:cNvPr>
          <p:cNvSpPr txBox="1"/>
          <p:nvPr/>
        </p:nvSpPr>
        <p:spPr>
          <a:xfrm>
            <a:off x="1264274" y="3789040"/>
            <a:ext cx="784189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b;</a:t>
            </a:r>
            <a:endParaRPr lang="zh-CN" altLang="en-US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E85896C-38DC-FBAD-284B-DCFAD5FDCCD0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5802FFF-F6F7-FA0A-88E6-93C8ABA86EA1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01372DA-C8B9-18F8-B525-C0DD162519B8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B0AC4A8-0BD7-CE84-467A-CC96AACD5ECC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BC58BBC-CFA2-BD87-1150-CC21197B3790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AD22784C-492F-0098-15EE-5768518CD965}"/>
              </a:ext>
            </a:extLst>
          </p:cNvPr>
          <p:cNvCxnSpPr/>
          <p:nvPr/>
        </p:nvCxnSpPr>
        <p:spPr>
          <a:xfrm>
            <a:off x="-108520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AC19DB2A-2B4B-CC72-4BB9-9942B94DF67E}"/>
              </a:ext>
            </a:extLst>
          </p:cNvPr>
          <p:cNvSpPr txBox="1"/>
          <p:nvPr/>
        </p:nvSpPr>
        <p:spPr>
          <a:xfrm>
            <a:off x="3832112" y="2130985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冰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B2C2407-8A63-ED5A-C370-FF860B15435C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5D2219F-37A4-9356-7F52-DE80C8A87D94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65D51E7-EABB-5F6A-9A02-F86C6B08336F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冲</a:t>
            </a:r>
            <a:endParaRPr lang="en-US" altLang="zh-CN" sz="4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is1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10237560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CD3CB3-1827-AD89-EBCA-19833F2A14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F13821-220F-6050-F7D3-2364F9B7C3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08" y="71525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B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宀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阝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冫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贝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疒白卜八匕癶</a:t>
            </a:r>
            <a:endParaRPr lang="zh-CN" altLang="en-US" sz="36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026A1D6-4DC3-D198-833C-17EBEBD6F913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贝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4F17F24-B15C-39BE-BAE8-282CEDA71E7A}"/>
              </a:ext>
            </a:extLst>
          </p:cNvPr>
          <p:cNvSpPr txBox="1"/>
          <p:nvPr/>
        </p:nvSpPr>
        <p:spPr>
          <a:xfrm>
            <a:off x="1264274" y="3789040"/>
            <a:ext cx="881973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bz</a:t>
            </a:r>
            <a:endParaRPr lang="zh-CN" altLang="en-US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CA7F65E-657B-80AD-3F6C-4CD365B61970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2495016-C49D-BCA0-AD54-1FF418563B6D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E0B5955-683C-7276-1E22-BB61A3190A2A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E720EC0-2D9C-82F3-7AB5-856CBA396937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6525F30-EAA0-9F52-BA30-EEDB43716C20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018D771B-B28B-E246-6BBE-E7AB6D5B9F3B}"/>
              </a:ext>
            </a:extLst>
          </p:cNvPr>
          <p:cNvCxnSpPr/>
          <p:nvPr/>
        </p:nvCxnSpPr>
        <p:spPr>
          <a:xfrm>
            <a:off x="-108520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9A372A9A-0FEF-92DD-5032-4E8B7AB817AA}"/>
              </a:ext>
            </a:extLst>
          </p:cNvPr>
          <p:cNvSpPr txBox="1"/>
          <p:nvPr/>
        </p:nvSpPr>
        <p:spPr>
          <a:xfrm>
            <a:off x="3832112" y="2130985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贝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585F47C-8AFC-80C9-EC3B-38E164B4D76C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3601774-689C-C95B-28AB-CBD9A2778474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C3A5F79-9BF6-4173-21A6-617FD922273B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财</a:t>
            </a:r>
            <a:endParaRPr lang="en-US" altLang="zh-CN" sz="4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cl2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9608487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D0329B-CEC5-F161-6373-FBCCD79FBA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B5A28B-2EC1-B827-6517-D3A340792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08" y="71525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B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宀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阝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冫贝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疒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白卜八匕癶</a:t>
            </a:r>
            <a:endParaRPr lang="zh-CN" altLang="en-US" sz="36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F72478F-B822-E1C5-F55B-6CA5008DE373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疒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39EDF14-404D-11D5-3D60-569529E7A273}"/>
              </a:ext>
            </a:extLst>
          </p:cNvPr>
          <p:cNvSpPr txBox="1"/>
          <p:nvPr/>
        </p:nvSpPr>
        <p:spPr>
          <a:xfrm>
            <a:off x="1264274" y="3789040"/>
            <a:ext cx="918841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bg</a:t>
            </a:r>
            <a:endParaRPr lang="zh-CN" altLang="en-US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5772B06-3C06-49D2-1DC9-F65B11C8BA5C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F4E9114-6DD0-2901-CABA-777FB7D82BF6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029E5B7-F120-ACE8-1A2E-93E5884C1CC8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42CFA8B-3FC7-3EBA-606C-8F30EF45BD3E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510326A-15BE-C71B-924D-DD4D1E24B40E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AAA6C29C-DE42-C656-ACDA-BC46FCF14D1F}"/>
              </a:ext>
            </a:extLst>
          </p:cNvPr>
          <p:cNvCxnSpPr/>
          <p:nvPr/>
        </p:nvCxnSpPr>
        <p:spPr>
          <a:xfrm>
            <a:off x="-108520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4E39DF6A-7242-FD68-45BA-25909A220C88}"/>
              </a:ext>
            </a:extLst>
          </p:cNvPr>
          <p:cNvSpPr txBox="1"/>
          <p:nvPr/>
        </p:nvSpPr>
        <p:spPr>
          <a:xfrm>
            <a:off x="3832112" y="2130985"/>
            <a:ext cx="23647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病，无视“</a:t>
            </a:r>
            <a:r>
              <a:rPr lang="en-US" altLang="zh-CN" sz="2000" dirty="0">
                <a:latin typeface="+mn-ea"/>
              </a:rPr>
              <a:t>ne4</a:t>
            </a:r>
            <a:r>
              <a:rPr lang="zh-CN" altLang="en-US" sz="2000" dirty="0">
                <a:latin typeface="+mn-ea"/>
              </a:rPr>
              <a:t>”音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BAC2DCF-E07D-1B21-BB07-E448715A26FA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1CA6152-5370-B7C9-EF42-0EEC0F76E636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E7CC030-F285-D936-1256-54829B68C6AF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疾</a:t>
            </a:r>
            <a:endParaRPr lang="en-US" altLang="zh-CN" sz="4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ji2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36729995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811105-D7A1-E084-F9E5-034F086883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F1850D-3534-23DD-1A6F-FFDE0B2601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08" y="71525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B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宀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阝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冫贝疒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白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卜八匕癶</a:t>
            </a:r>
            <a:endParaRPr lang="zh-CN" altLang="en-US" sz="36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B24FE31-D54F-C502-00D9-C2E4310F3497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白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640EA18-8091-4B6A-FB23-2E9A66F0BCEF}"/>
              </a:ext>
            </a:extLst>
          </p:cNvPr>
          <p:cNvSpPr txBox="1"/>
          <p:nvPr/>
        </p:nvSpPr>
        <p:spPr>
          <a:xfrm>
            <a:off x="1264274" y="3789040"/>
            <a:ext cx="750526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bl</a:t>
            </a:r>
            <a:endParaRPr lang="zh-CN" altLang="en-US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F53BB50-CF35-244F-75EE-03D3D51D618C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0C428C1-0677-F9AD-8BCD-66535E09A353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B16BB72-4D3B-47A5-9302-9B7BE7DF51A0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9452517-17EF-444C-0D5B-A7CDAC6D404B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B78EF33-5C28-1065-E5A3-260CB89A23D6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B9A2BF48-E566-291A-89D7-307B3FB562EA}"/>
              </a:ext>
            </a:extLst>
          </p:cNvPr>
          <p:cNvCxnSpPr/>
          <p:nvPr/>
        </p:nvCxnSpPr>
        <p:spPr>
          <a:xfrm>
            <a:off x="-108520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0F63D297-F030-7A9B-86C9-8487D575D0A9}"/>
              </a:ext>
            </a:extLst>
          </p:cNvPr>
          <p:cNvSpPr txBox="1"/>
          <p:nvPr/>
        </p:nvSpPr>
        <p:spPr>
          <a:xfrm>
            <a:off x="3832112" y="2130985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白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A7D81EC-0E46-AF82-0117-438EDACB13A1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9D788DF-7EE3-A4D6-8A11-E37752724C34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1CA7B62-F229-ACEE-9FD7-A93EF8751E8E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皎</a:t>
            </a:r>
            <a:endParaRPr lang="en-US" altLang="zh-CN" sz="4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jc3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35652917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9C3AB4-4625-27C2-565F-A8D91C51E3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5BEF7-8422-9542-814F-6874F91270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08" y="71525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B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宀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阝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冫贝疒白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卜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八匕癶</a:t>
            </a:r>
            <a:endParaRPr lang="zh-CN" altLang="en-US" sz="36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CA1E829-161D-958C-6A55-131CE78EABF1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卜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B9C7F44-85B8-0292-EC67-99C861027BDF}"/>
              </a:ext>
            </a:extLst>
          </p:cNvPr>
          <p:cNvSpPr txBox="1"/>
          <p:nvPr/>
        </p:nvSpPr>
        <p:spPr>
          <a:xfrm>
            <a:off x="1264274" y="3789040"/>
            <a:ext cx="808235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bs</a:t>
            </a:r>
            <a:endParaRPr lang="zh-CN" altLang="en-US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E7DAFFF-4C0D-0FBC-5BBC-2C028980F329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FBCDF7D-B4CE-EFFF-D1EE-9B2F7E0C87CC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CE774DA-6660-163E-92D9-46A4A58B8333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3F81934-63BA-A8AD-9E71-A2EEF8A71C57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A1E25C0-FA57-FECD-DC45-566DD8D7C0AE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FE3E4CCB-1FA2-28BF-F5CE-3627D4ECB6E3}"/>
              </a:ext>
            </a:extLst>
          </p:cNvPr>
          <p:cNvCxnSpPr/>
          <p:nvPr/>
        </p:nvCxnSpPr>
        <p:spPr>
          <a:xfrm>
            <a:off x="-108520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50D8DE2F-D866-6FDE-6D6E-60701256C543}"/>
              </a:ext>
            </a:extLst>
          </p:cNvPr>
          <p:cNvSpPr txBox="1"/>
          <p:nvPr/>
        </p:nvSpPr>
        <p:spPr>
          <a:xfrm>
            <a:off x="3832112" y="2130985"/>
            <a:ext cx="169790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卜</a:t>
            </a:r>
            <a:endParaRPr lang="en-US" altLang="zh-CN" sz="2000" dirty="0">
              <a:latin typeface="+mn-ea"/>
            </a:endParaRPr>
          </a:p>
          <a:p>
            <a:r>
              <a:rPr lang="zh-CN" altLang="en-US" sz="2000" dirty="0">
                <a:latin typeface="+mn-ea"/>
              </a:rPr>
              <a:t>有变体“</a:t>
            </a:r>
            <a:r>
              <a:rPr lang="zh-CN" altLang="en-US" dirty="0"/>
              <a:t>⺊</a:t>
            </a:r>
            <a:r>
              <a:rPr lang="zh-CN" altLang="en-US" sz="2000" dirty="0">
                <a:latin typeface="+mn-ea"/>
              </a:rPr>
              <a:t>”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157DE50-A9C5-E09B-C0C6-63611D7AFFA2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5A8F2EE-6D98-F970-25AB-A034A9CDADB8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2B4CE48-AFD2-DA9E-3A30-562DF12E94DE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卦</a:t>
            </a:r>
            <a:endParaRPr lang="en-US" altLang="zh-CN" sz="4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gw4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42109452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9AF55A-C135-B62E-9CAC-329E3A1C83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F65D3C-D013-1037-9229-71AF21ACC7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08" y="71525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B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宀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阝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冫贝疒白卜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八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匕癶</a:t>
            </a:r>
            <a:endParaRPr lang="zh-CN" altLang="en-US" sz="36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74E9D8A-A147-E410-00CD-3AE67EA1BABB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八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F9EFA8B-3010-7722-F113-8D689F433538}"/>
              </a:ext>
            </a:extLst>
          </p:cNvPr>
          <p:cNvSpPr txBox="1"/>
          <p:nvPr/>
        </p:nvSpPr>
        <p:spPr>
          <a:xfrm>
            <a:off x="1264274" y="3789040"/>
            <a:ext cx="915635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ba</a:t>
            </a:r>
            <a:endParaRPr lang="zh-CN" altLang="en-US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E9673EA-49E4-3548-8CA4-0E897F5DE759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9564A43-BCEF-0308-9BD6-29C1C6DC8F6C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4520B53-EE8C-905A-E6CE-07D18CBD25FB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6E84887-DB0E-CC30-8ED7-3CDA4B363063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7687726-1520-44E9-CCEE-5BD955DE6EA2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485E6BC9-BB06-ADA9-B689-432B60E84E94}"/>
              </a:ext>
            </a:extLst>
          </p:cNvPr>
          <p:cNvCxnSpPr/>
          <p:nvPr/>
        </p:nvCxnSpPr>
        <p:spPr>
          <a:xfrm>
            <a:off x="-108520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0E86B313-7C66-DDE3-9ED5-13283A1A5A74}"/>
              </a:ext>
            </a:extLst>
          </p:cNvPr>
          <p:cNvSpPr txBox="1"/>
          <p:nvPr/>
        </p:nvSpPr>
        <p:spPr>
          <a:xfrm>
            <a:off x="3832112" y="2130985"/>
            <a:ext cx="133882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八</a:t>
            </a:r>
            <a:endParaRPr lang="en-US" altLang="zh-CN" sz="2000" dirty="0">
              <a:latin typeface="+mn-ea"/>
            </a:endParaRPr>
          </a:p>
          <a:p>
            <a:r>
              <a:rPr lang="zh-CN" altLang="en-US" sz="2000" dirty="0">
                <a:latin typeface="+mn-ea"/>
              </a:rPr>
              <a:t>共</a:t>
            </a:r>
            <a:r>
              <a:rPr lang="en-US" altLang="zh-CN" sz="2000" dirty="0">
                <a:latin typeface="+mn-ea"/>
              </a:rPr>
              <a:t>/</a:t>
            </a:r>
            <a:r>
              <a:rPr lang="zh-CN" altLang="en-US" sz="2000" dirty="0">
                <a:latin typeface="+mn-ea"/>
              </a:rPr>
              <a:t>黄字底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55FC6C3-18FB-6328-B84C-C4F9379C14B2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3822937-2597-21E4-BF32-D6F2522CE657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1D1E98C-DCE7-DEA6-57CC-7EB689AEB56B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兵</a:t>
            </a:r>
            <a:endParaRPr lang="en-US" altLang="zh-CN" sz="4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b;1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14381547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D8A7D1-E229-D1A8-34FF-8B45B4AD52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4BD2F9-84B6-0E2F-78B6-56910F84F0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08" y="71525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B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宀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阝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冫贝疒白卜八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匕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癶</a:t>
            </a:r>
            <a:endParaRPr lang="zh-CN" altLang="en-US" sz="36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6D4803F-28E3-005A-D818-AE9C556F0984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匕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34AFFA6-739A-ACA9-5838-77E636D47A96}"/>
              </a:ext>
            </a:extLst>
          </p:cNvPr>
          <p:cNvSpPr txBox="1"/>
          <p:nvPr/>
        </p:nvSpPr>
        <p:spPr>
          <a:xfrm>
            <a:off x="1264274" y="3789040"/>
            <a:ext cx="745717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bi</a:t>
            </a:r>
            <a:endParaRPr lang="zh-CN" altLang="en-US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2791A0B-38D9-9C9E-39C6-4DD9D444576B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38B9F16-D7F3-CF23-9BE2-3DB046EA6F38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F6586D6-A459-C2F8-A6FE-001B52D6196C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66FD816-1CE3-24B4-1DA3-C1CBAC59C743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CB168E9-BBB3-14D8-B424-8115EA1F1B68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579E4863-E455-2A72-C867-53654D72FD1F}"/>
              </a:ext>
            </a:extLst>
          </p:cNvPr>
          <p:cNvCxnSpPr/>
          <p:nvPr/>
        </p:nvCxnSpPr>
        <p:spPr>
          <a:xfrm>
            <a:off x="-108520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52B4026C-43B2-B7DA-6F1B-77301C137A99}"/>
              </a:ext>
            </a:extLst>
          </p:cNvPr>
          <p:cNvSpPr txBox="1"/>
          <p:nvPr/>
        </p:nvSpPr>
        <p:spPr>
          <a:xfrm>
            <a:off x="3832112" y="2130985"/>
            <a:ext cx="169790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匕</a:t>
            </a:r>
            <a:endParaRPr lang="en-US" altLang="zh-CN" sz="2000" dirty="0">
              <a:latin typeface="+mn-ea"/>
            </a:endParaRPr>
          </a:p>
          <a:p>
            <a:r>
              <a:rPr lang="zh-CN" altLang="en-US" sz="2000" dirty="0">
                <a:latin typeface="+mn-ea"/>
              </a:rPr>
              <a:t>有变体“</a:t>
            </a:r>
            <a:r>
              <a:rPr lang="zh-CN" altLang="en-US" dirty="0"/>
              <a:t>𠤎</a:t>
            </a:r>
            <a:r>
              <a:rPr lang="zh-CN" altLang="en-US" sz="2000" dirty="0">
                <a:latin typeface="+mn-ea"/>
              </a:rPr>
              <a:t>”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4CED213-2267-C807-56C4-3BBCDA493B62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25B4F2D-531C-32D4-8001-7EC81678C8AE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C28BA36-2FD4-1991-3FA6-AB6FF9860506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匙</a:t>
            </a:r>
            <a:endParaRPr lang="en-US" altLang="zh-CN" sz="4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ii2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14503709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DC00D4-7129-F245-E2B5-0468AAC2B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14133C-0B9B-5943-7120-FC49FA08E4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08" y="71525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B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宀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阝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冫贝疒白卜八匕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癶</a:t>
            </a:r>
            <a:endParaRPr lang="zh-CN" altLang="en-US" sz="36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B6D342C-1A82-5F8A-553B-6A4685FD6DDC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癶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0B7DA46-8902-35FB-66A7-13F7A0D61E04}"/>
              </a:ext>
            </a:extLst>
          </p:cNvPr>
          <p:cNvSpPr txBox="1"/>
          <p:nvPr/>
        </p:nvSpPr>
        <p:spPr>
          <a:xfrm>
            <a:off x="1264274" y="3789040"/>
            <a:ext cx="986167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bo</a:t>
            </a:r>
            <a:endParaRPr lang="zh-CN" altLang="en-US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4330069-EAC6-1369-CA51-2CCD2C05F5F0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DED25EC-7EAA-7C5F-60FC-456F310F978B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95C1ED5-F076-DF9F-2F08-3EBEA77B8021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73DB924-21FA-865E-EF71-162C611AA126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2BEBB19-078B-5CAC-A3B9-9684C0C85F44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10218970-59C2-1CE8-92FC-A77B0725765B}"/>
              </a:ext>
            </a:extLst>
          </p:cNvPr>
          <p:cNvCxnSpPr/>
          <p:nvPr/>
        </p:nvCxnSpPr>
        <p:spPr>
          <a:xfrm>
            <a:off x="-108520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0930008A-2494-B52D-D85F-5A26F00862ED}"/>
              </a:ext>
            </a:extLst>
          </p:cNvPr>
          <p:cNvSpPr txBox="1"/>
          <p:nvPr/>
        </p:nvSpPr>
        <p:spPr>
          <a:xfrm>
            <a:off x="3832112" y="2130985"/>
            <a:ext cx="13388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癶（</a:t>
            </a:r>
            <a:r>
              <a:rPr lang="en-US" altLang="zh-CN" sz="2000" dirty="0">
                <a:latin typeface="+mn-ea"/>
              </a:rPr>
              <a:t>bo1</a:t>
            </a:r>
            <a:r>
              <a:rPr lang="zh-CN" altLang="en-US" sz="2000" dirty="0">
                <a:latin typeface="+mn-ea"/>
              </a:rPr>
              <a:t>）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2B6B8F6-9FA0-9B99-5158-87F5BD8327BC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4E04D1C-602F-B7FC-30EC-4DADD28FF4FF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6534533-7E74-A85E-D449-9E376D906096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登</a:t>
            </a:r>
            <a:endParaRPr lang="en-US" altLang="zh-CN" sz="4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dg1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39111386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669573-C38B-BE06-53A8-C8FA039F3B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5A57B7-6BD4-ABAF-BCB4-575FE2A94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C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车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艹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厂凵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寸卄屮</a:t>
            </a:r>
            <a:endParaRPr lang="zh-CN" altLang="en-US" sz="36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7516517-6B86-B5D1-C775-6CCE0D009583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车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7DA6695-EAAE-A72A-D024-0B7366F3ED24}"/>
              </a:ext>
            </a:extLst>
          </p:cNvPr>
          <p:cNvSpPr txBox="1"/>
          <p:nvPr/>
        </p:nvSpPr>
        <p:spPr>
          <a:xfrm>
            <a:off x="1264274" y="3789040"/>
            <a:ext cx="817853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ce</a:t>
            </a:r>
            <a:endParaRPr lang="zh-CN" altLang="en-US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724246D-3963-8EC8-AD3A-6E053C72096C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82FEC10-A8FE-661C-3C34-1D71207DB391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835BFB4-C0C5-A233-C433-74B7DD598FA4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367E0B3-4FDE-312A-AEA5-6C35C6214A3D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46FE497-FB76-515E-E76D-5BA309ECD0B0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DF288F10-B8ED-EAF9-BCF5-DD0B113D8DFF}"/>
              </a:ext>
            </a:extLst>
          </p:cNvPr>
          <p:cNvCxnSpPr/>
          <p:nvPr/>
        </p:nvCxnSpPr>
        <p:spPr>
          <a:xfrm>
            <a:off x="-108520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93C88C7D-C90D-C9C9-9D0D-29AE4B28E62E}"/>
              </a:ext>
            </a:extLst>
          </p:cNvPr>
          <p:cNvSpPr txBox="1"/>
          <p:nvPr/>
        </p:nvSpPr>
        <p:spPr>
          <a:xfrm>
            <a:off x="3832112" y="2130985"/>
            <a:ext cx="185178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车，</a:t>
            </a:r>
            <a:r>
              <a:rPr lang="en-US" altLang="zh-CN" sz="2000" dirty="0" err="1">
                <a:latin typeface="+mn-ea"/>
              </a:rPr>
              <a:t>ch</a:t>
            </a:r>
            <a:r>
              <a:rPr lang="zh-CN" altLang="en-US" sz="2000" dirty="0">
                <a:latin typeface="+mn-ea"/>
              </a:rPr>
              <a:t>迁移至</a:t>
            </a:r>
            <a:r>
              <a:rPr lang="en-US" altLang="zh-CN" sz="2000" dirty="0">
                <a:latin typeface="+mn-ea"/>
              </a:rPr>
              <a:t>c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6DFFF23-0FF0-4614-BB20-184D9DBD7DE5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800000"/>
                </a:highlight>
                <a:latin typeface="得意黑" pitchFamily="2" charset="-122"/>
                <a:ea typeface="得意黑" pitchFamily="2" charset="-122"/>
              </a:rPr>
              <a:t>别码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04076F0-E458-0D93-8FE9-D4FE62C094DF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F7EE07C-9481-F492-393B-491CFDCF71DF}"/>
              </a:ext>
            </a:extLst>
          </p:cNvPr>
          <p:cNvSpPr txBox="1"/>
          <p:nvPr/>
        </p:nvSpPr>
        <p:spPr>
          <a:xfrm>
            <a:off x="6108910" y="1787617"/>
            <a:ext cx="2062626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转</a:t>
            </a:r>
            <a:endParaRPr lang="en-US" altLang="zh-CN" sz="4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vr3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c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vr4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c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BE72EEF0-6680-D4BA-9D4E-6CA0991E2597}"/>
              </a:ext>
            </a:extLst>
          </p:cNvPr>
          <p:cNvSpPr txBox="1">
            <a:spLocks/>
          </p:cNvSpPr>
          <p:nvPr/>
        </p:nvSpPr>
        <p:spPr>
          <a:xfrm>
            <a:off x="1043608" y="44624"/>
            <a:ext cx="7127928" cy="964409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matte">
              <a:bevelT w="12700" h="127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lang="zh-CN" altLang="en-US" sz="4400" b="0" kern="1200" spc="50">
                <a:ln w="12700">
                  <a:noFill/>
                  <a:prstDash val="solid"/>
                </a:ln>
                <a:solidFill>
                  <a:schemeClr val="accent4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latinLnBrk="0" hangingPunct="1">
              <a:defRPr kumimoji="0">
                <a:solidFill>
                  <a:schemeClr val="tx2"/>
                </a:solidFill>
              </a:defRPr>
            </a:lvl2pPr>
            <a:lvl3pPr eaLnBrk="1" latinLnBrk="0" hangingPunct="1">
              <a:defRPr kumimoji="0">
                <a:solidFill>
                  <a:schemeClr val="tx2"/>
                </a:solidFill>
              </a:defRPr>
            </a:lvl3pPr>
            <a:lvl4pPr eaLnBrk="1" latinLnBrk="0" hangingPunct="1">
              <a:defRPr kumimoji="0">
                <a:solidFill>
                  <a:schemeClr val="tx2"/>
                </a:solidFill>
              </a:defRPr>
            </a:lvl4pPr>
            <a:lvl5pPr eaLnBrk="1" latinLnBrk="0" hangingPunct="1">
              <a:defRPr kumimoji="0">
                <a:solidFill>
                  <a:schemeClr val="tx2"/>
                </a:solidFill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C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车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艹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厂凵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寸卄屮</a:t>
            </a:r>
            <a:endParaRPr lang="zh-CN" altLang="en-US" sz="36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249803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71DD85-0EA9-8E92-9CE7-D6F5C64B3C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188C24-41A6-9650-BECE-B87FF4AA51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C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车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艹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厂凵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寸卄屮</a:t>
            </a:r>
            <a:endParaRPr lang="zh-CN" altLang="en-US" sz="36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2550595-2102-4D38-01E3-F81AABCE4554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艹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2D145B4-4B18-BE79-2B09-198FBBA99442}"/>
              </a:ext>
            </a:extLst>
          </p:cNvPr>
          <p:cNvSpPr txBox="1"/>
          <p:nvPr/>
        </p:nvSpPr>
        <p:spPr>
          <a:xfrm>
            <a:off x="1264274" y="3789040"/>
            <a:ext cx="825867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ck</a:t>
            </a:r>
            <a:endParaRPr lang="zh-CN" altLang="en-US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D912CB3-8045-5AB0-6339-DBC24E9B7F25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4C1BACC-227C-CCE6-618B-CFE799D9DE54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1DC7205-E78C-FC40-E462-780F62EFF99B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893F9AD-BCEE-7B49-DDC7-4C6C33158437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11AEFC6-DD16-F691-37D1-879490DE33D9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4191FA7B-3D9F-7499-45B6-983CD26A0A75}"/>
              </a:ext>
            </a:extLst>
          </p:cNvPr>
          <p:cNvCxnSpPr/>
          <p:nvPr/>
        </p:nvCxnSpPr>
        <p:spPr>
          <a:xfrm>
            <a:off x="-108520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5B901277-6213-AE27-E75F-E6F7CABE02FC}"/>
              </a:ext>
            </a:extLst>
          </p:cNvPr>
          <p:cNvSpPr txBox="1"/>
          <p:nvPr/>
        </p:nvSpPr>
        <p:spPr>
          <a:xfrm>
            <a:off x="3832112" y="2130985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草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8ACCCE5-2EB9-B7A2-96AE-D46336B875AE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E8B24B4-43B5-3406-88CC-71E59067C3B8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997078F-2848-B90C-CC72-2F3474874348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芳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fh1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2141857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F9919A-3D1E-19B6-64E4-02B344FA4F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FABD65-1CC2-4EBA-C1C8-5A7816FD8A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C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车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艹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厂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凵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寸卄屮</a:t>
            </a:r>
            <a:endParaRPr lang="zh-CN" altLang="en-US" sz="36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CA2BCC8-4D87-80F2-689B-1680AF752D23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厂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59686E7-D046-8266-0366-21CDD1FC903E}"/>
              </a:ext>
            </a:extLst>
          </p:cNvPr>
          <p:cNvSpPr txBox="1"/>
          <p:nvPr/>
        </p:nvSpPr>
        <p:spPr>
          <a:xfrm>
            <a:off x="1264274" y="3789040"/>
            <a:ext cx="859531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ch</a:t>
            </a:r>
            <a:endParaRPr lang="zh-CN" altLang="en-US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2A6021F-6658-0007-929F-139C306ADF3E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174F2A0-F7C2-1CC5-DF10-3B90E9EEC45C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1439152-FC9D-EC59-A30C-E39517D0A628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0F41610-63FC-AA26-2359-8418469274EB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17DD440-17B2-CF13-BB24-669B93691086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E7B6D6D9-79F3-78F9-BA0A-763B27C15A63}"/>
              </a:ext>
            </a:extLst>
          </p:cNvPr>
          <p:cNvCxnSpPr/>
          <p:nvPr/>
        </p:nvCxnSpPr>
        <p:spPr>
          <a:xfrm>
            <a:off x="-108520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EF951473-2803-B04F-5642-81B359BA1DEE}"/>
              </a:ext>
            </a:extLst>
          </p:cNvPr>
          <p:cNvSpPr txBox="1"/>
          <p:nvPr/>
        </p:nvSpPr>
        <p:spPr>
          <a:xfrm>
            <a:off x="3832112" y="2130985"/>
            <a:ext cx="185178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厂，</a:t>
            </a:r>
            <a:r>
              <a:rPr lang="en-US" altLang="zh-CN" sz="2000" dirty="0" err="1">
                <a:latin typeface="+mn-ea"/>
              </a:rPr>
              <a:t>ch</a:t>
            </a:r>
            <a:r>
              <a:rPr lang="zh-CN" altLang="en-US" sz="2000" dirty="0">
                <a:latin typeface="+mn-ea"/>
              </a:rPr>
              <a:t>迁移至</a:t>
            </a:r>
            <a:r>
              <a:rPr lang="en-US" altLang="zh-CN" sz="2000" dirty="0">
                <a:latin typeface="+mn-ea"/>
              </a:rPr>
              <a:t>c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BE468BC-B2C5-BAE0-055B-3F3D5C5CE520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800000"/>
                </a:highlight>
                <a:latin typeface="得意黑" pitchFamily="2" charset="-122"/>
                <a:ea typeface="得意黑" pitchFamily="2" charset="-122"/>
              </a:rPr>
              <a:t>别码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80F7ECB-E2B7-22B8-070F-A74A597A1821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0B80DF0-5C94-E897-2FFA-FB73685B932B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厌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yj4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3612397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10DEF9-729F-A7AA-10A2-029AF0AD0F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687350-CAC5-F71D-54BF-8D480E6612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C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车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艹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厂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凵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寸卄屮</a:t>
            </a:r>
            <a:endParaRPr lang="zh-CN" altLang="en-US" sz="36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3C9F915-CA9C-E129-ACA9-45359F92DE4C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凵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568ED54-F64B-ED41-5675-C58F60249C0A}"/>
              </a:ext>
            </a:extLst>
          </p:cNvPr>
          <p:cNvSpPr txBox="1"/>
          <p:nvPr/>
        </p:nvSpPr>
        <p:spPr>
          <a:xfrm>
            <a:off x="1264274" y="3789040"/>
            <a:ext cx="840295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cy</a:t>
            </a:r>
            <a:endParaRPr lang="zh-CN" altLang="en-US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FB62CC3-3A78-FF42-D815-992285A970B4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74EFBF4-809B-CA3B-F7AD-69D4AE886A18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AF473A0-3E9F-E033-7B44-6A5063D80F53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E9F4676-D0CD-2968-2BDC-9661C67C0711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283269C-210A-B616-1E7E-7A7D3A81351B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278A63F2-CFB0-7E93-C4BD-4505009A12EB}"/>
              </a:ext>
            </a:extLst>
          </p:cNvPr>
          <p:cNvCxnSpPr/>
          <p:nvPr/>
        </p:nvCxnSpPr>
        <p:spPr>
          <a:xfrm>
            <a:off x="-108520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8CF52F86-8D09-3CDF-688A-BBFD9405C5DC}"/>
              </a:ext>
            </a:extLst>
          </p:cNvPr>
          <p:cNvSpPr txBox="1"/>
          <p:nvPr/>
        </p:nvSpPr>
        <p:spPr>
          <a:xfrm>
            <a:off x="3832112" y="2130985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坎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174D591-E7A7-9FF2-1112-847218DC83BF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800000"/>
                </a:highlight>
                <a:latin typeface="得意黑" pitchFamily="2" charset="-122"/>
                <a:ea typeface="得意黑" pitchFamily="2" charset="-122"/>
              </a:rPr>
              <a:t>别码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937E221-23B4-2B93-DA4C-58763CCAAE37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BF403B8-C1BD-1310-D4E9-8E05144EF401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函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hj2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20067352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3A7E57-CDD6-D580-24E3-23FE9216E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65D1AE-1534-B651-C277-345FFCF802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C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车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艹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厂凵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寸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卄屮</a:t>
            </a:r>
            <a:endParaRPr lang="zh-CN" altLang="en-US" sz="36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A02E20B-FC22-055C-4F7F-8B245DBE530E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寸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839FAB2-1F4D-096C-469B-2767B878DEAA}"/>
              </a:ext>
            </a:extLst>
          </p:cNvPr>
          <p:cNvSpPr txBox="1"/>
          <p:nvPr/>
        </p:nvSpPr>
        <p:spPr>
          <a:xfrm>
            <a:off x="1264274" y="3789040"/>
            <a:ext cx="880369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cp</a:t>
            </a:r>
            <a:endParaRPr lang="zh-CN" altLang="en-US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CDF60C1-C285-E171-99E7-1CC17B345F4D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578A0B4-92F4-5801-5515-9BF14CC9BAF0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5CB86C5-67DB-AC86-0A05-A008A53C3CB0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E23F865-D9C3-13C5-B995-B428303723B2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A474E02-EA38-960F-9E34-2B89DBD32E38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A95E7750-3F5C-DC89-963D-EB03AA1E8C9C}"/>
              </a:ext>
            </a:extLst>
          </p:cNvPr>
          <p:cNvCxnSpPr/>
          <p:nvPr/>
        </p:nvCxnSpPr>
        <p:spPr>
          <a:xfrm>
            <a:off x="-108520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428A88DB-2743-DCC8-B617-15AD486B3046}"/>
              </a:ext>
            </a:extLst>
          </p:cNvPr>
          <p:cNvSpPr txBox="1"/>
          <p:nvPr/>
        </p:nvSpPr>
        <p:spPr>
          <a:xfrm>
            <a:off x="3832112" y="2130985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寸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BB868D3-8F24-707E-4E9B-81A9CF9794B6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D6535AB-F641-0449-D91E-D4A8871936A6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D579023-B644-B627-2F06-05AC93781540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寻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xp2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42174652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ED73FE-B1FD-191C-8A16-40D641BD1F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E64EE0-C2C0-5CB6-A7A4-79731D2715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C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车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艹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厂凵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寸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卄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屮</a:t>
            </a:r>
            <a:endParaRPr lang="zh-CN" altLang="en-US" sz="36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E17BBA3-80F9-D1F8-CCF5-372155CB1D19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卄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EDCBD5E-5D25-A14C-6B1C-B0853F2135DA}"/>
              </a:ext>
            </a:extLst>
          </p:cNvPr>
          <p:cNvSpPr txBox="1"/>
          <p:nvPr/>
        </p:nvSpPr>
        <p:spPr>
          <a:xfrm>
            <a:off x="1264274" y="3789040"/>
            <a:ext cx="825867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cg</a:t>
            </a:r>
            <a:endParaRPr lang="zh-CN" altLang="en-US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8ADDC4B-4FED-710F-0568-FF409725C1DD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3E3B2D3-089F-5A4A-F873-B1CE14E46D37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E5E4ABF-F94C-028C-66ED-B21B8FC691D5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63F9812-F030-3355-5A0B-A4D436893482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236483C-4B3F-6F20-DFF3-07F6F0205EE9}"/>
              </a:ext>
            </a:extLst>
          </p:cNvPr>
          <p:cNvSpPr txBox="1"/>
          <p:nvPr/>
        </p:nvSpPr>
        <p:spPr>
          <a:xfrm>
            <a:off x="3856241" y="4050650"/>
            <a:ext cx="505779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含廾取廾，首次拆分下半部分为“廾”的字</a:t>
            </a:r>
            <a:endParaRPr lang="en-US" altLang="zh-CN" sz="2000" dirty="0">
              <a:latin typeface="+mn-ea"/>
            </a:endParaRPr>
          </a:p>
          <a:p>
            <a:r>
              <a:rPr lang="zh-CN" altLang="en-US" sz="2000" dirty="0">
                <a:latin typeface="+mn-ea"/>
              </a:rPr>
              <a:t>其部首确认为“廾”</a:t>
            </a: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FB954627-7F27-82A5-9C14-E625C924BD26}"/>
              </a:ext>
            </a:extLst>
          </p:cNvPr>
          <p:cNvCxnSpPr/>
          <p:nvPr/>
        </p:nvCxnSpPr>
        <p:spPr>
          <a:xfrm>
            <a:off x="-108520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93E2B6C5-E916-BEE0-93F5-C9027B65D1E3}"/>
              </a:ext>
            </a:extLst>
          </p:cNvPr>
          <p:cNvSpPr txBox="1"/>
          <p:nvPr/>
        </p:nvSpPr>
        <p:spPr>
          <a:xfrm>
            <a:off x="3832112" y="2130985"/>
            <a:ext cx="198002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所有“艹”衍生</a:t>
            </a:r>
            <a:endParaRPr lang="en-US" altLang="zh-CN" sz="2000" dirty="0">
              <a:latin typeface="+mn-ea"/>
            </a:endParaRPr>
          </a:p>
          <a:p>
            <a:r>
              <a:rPr lang="zh-CN" altLang="en-US" sz="2000" dirty="0">
                <a:latin typeface="+mn-ea"/>
              </a:rPr>
              <a:t>比如变体“廾”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603BFCF-027E-73E2-DE24-350DEF9C070C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420714D-8512-E6B4-3ACA-314DDAF44907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5DAFBB7-A894-105E-E9DC-35527E632226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奔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bf1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23308917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535069-2109-FA1F-0B08-F55E9B3E4F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4241E0-9F85-CB39-9368-2F5256B97C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C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车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艹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厂凵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寸卄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屮</a:t>
            </a:r>
            <a:endParaRPr lang="zh-CN" altLang="en-US" sz="36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B1ABA4C-7697-FACF-1C71-A4CEE4A793BA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屮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7CDC4B5-99FA-B059-831D-8B3DBEE3F34F}"/>
              </a:ext>
            </a:extLst>
          </p:cNvPr>
          <p:cNvSpPr txBox="1"/>
          <p:nvPr/>
        </p:nvSpPr>
        <p:spPr>
          <a:xfrm>
            <a:off x="1264274" y="3789040"/>
            <a:ext cx="652743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ci</a:t>
            </a:r>
            <a:endParaRPr lang="zh-CN" altLang="en-US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CC1359F-39C3-5BEC-8588-C02450991B88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33BA979-BF4E-9F15-58F3-794F6EF89BEC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E20E0BE-AF6E-3735-E811-099AC97DEF16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F71630D-182B-48B9-2B07-71A846A881B8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4926511-B181-7E9E-0400-49F344456842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1FABC808-8A54-F1C3-B778-D00C2C0AFF90}"/>
              </a:ext>
            </a:extLst>
          </p:cNvPr>
          <p:cNvCxnSpPr/>
          <p:nvPr/>
        </p:nvCxnSpPr>
        <p:spPr>
          <a:xfrm>
            <a:off x="-108520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F9FEEE92-FBD1-913F-7C08-ABBB27D265F8}"/>
              </a:ext>
            </a:extLst>
          </p:cNvPr>
          <p:cNvSpPr txBox="1"/>
          <p:nvPr/>
        </p:nvSpPr>
        <p:spPr>
          <a:xfrm>
            <a:off x="3832112" y="2130985"/>
            <a:ext cx="17235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亦“艹”衍生</a:t>
            </a:r>
            <a:endParaRPr lang="en-US" altLang="zh-CN" sz="2000" dirty="0">
              <a:latin typeface="+mn-ea"/>
            </a:endParaRPr>
          </a:p>
          <a:p>
            <a:r>
              <a:rPr lang="zh-CN" altLang="en-US" sz="2000" dirty="0">
                <a:latin typeface="+mn-ea"/>
              </a:rPr>
              <a:t>暂无例字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E6C7908-4ABF-F781-E4D4-8851C2CA6B05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8D91255-2A5C-DFB5-220E-E46141E02B16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27695F6-CD56-D62C-8B0C-2544AF5B16B1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-</a:t>
            </a:r>
            <a:endParaRPr lang="zh-CN" altLang="en-US" sz="4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ctr"/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-</a:t>
            </a:r>
          </a:p>
        </p:txBody>
      </p:sp>
    </p:spTree>
    <p:extLst>
      <p:ext uri="{BB962C8B-B14F-4D97-AF65-F5344CB8AC3E}">
        <p14:creationId xmlns:p14="http://schemas.microsoft.com/office/powerpoint/2010/main" val="42329288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42E22F-7A98-7EF5-97C0-DBFE4DBF9B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153949-23FA-AD2F-738A-35347E330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D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刀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歹大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亠冖丷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斗豆</a:t>
            </a:r>
            <a:endParaRPr lang="zh-CN" altLang="en-US" sz="36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2DB72D5-E317-9BB4-18A7-1997F1ADD103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刀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24FD1C1-61AF-9F13-3B0B-3A950321DC8E}"/>
              </a:ext>
            </a:extLst>
          </p:cNvPr>
          <p:cNvSpPr txBox="1"/>
          <p:nvPr/>
        </p:nvSpPr>
        <p:spPr>
          <a:xfrm>
            <a:off x="1264274" y="3789040"/>
            <a:ext cx="933269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dk</a:t>
            </a:r>
            <a:endParaRPr lang="zh-CN" altLang="en-US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806B74E-58A1-0ABE-D7BD-A19F102BE353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A55F05D-06C9-A838-2196-DE527E12CAE8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8C96DE0-B68F-09A5-088F-B51E17DE5389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5F6C2E4-D910-E1C3-E967-71074909A900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E5679C5-D010-DB5A-D1D5-1D2C5D4DC043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129D47F5-332F-C226-B8D1-BA562F3B3D2D}"/>
              </a:ext>
            </a:extLst>
          </p:cNvPr>
          <p:cNvCxnSpPr/>
          <p:nvPr/>
        </p:nvCxnSpPr>
        <p:spPr>
          <a:xfrm>
            <a:off x="-108520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9EEAF8CD-AE40-61E6-071B-3775FD4EA298}"/>
              </a:ext>
            </a:extLst>
          </p:cNvPr>
          <p:cNvSpPr txBox="1"/>
          <p:nvPr/>
        </p:nvSpPr>
        <p:spPr>
          <a:xfrm>
            <a:off x="3832112" y="2130985"/>
            <a:ext cx="272382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刀</a:t>
            </a:r>
            <a:endParaRPr lang="en-US" altLang="zh-CN" sz="2000" dirty="0">
              <a:latin typeface="+mn-ea"/>
            </a:endParaRPr>
          </a:p>
          <a:p>
            <a:r>
              <a:rPr lang="zh-CN" altLang="en-US" sz="2000" dirty="0">
                <a:latin typeface="+mn-ea"/>
              </a:rPr>
              <a:t>有变体“刂”和“</a:t>
            </a:r>
            <a:r>
              <a:rPr lang="zh-CN" altLang="en-US" dirty="0"/>
              <a:t>⺈</a:t>
            </a:r>
            <a:r>
              <a:rPr lang="zh-CN" altLang="en-US" sz="2000" dirty="0">
                <a:latin typeface="+mn-ea"/>
              </a:rPr>
              <a:t>”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F4C4A73-8B6B-F76D-CCF6-2D6A969C7671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516443F-ECFB-6B3C-10C3-88CF32560DA0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89535E3-5FDD-858D-2007-59EABA52CC65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刑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x;2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27892120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A44D7B-6518-0418-6F3D-03BD12B290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B5D45B-8318-A469-084E-D6838BB960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D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刀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歹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大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亠冖丷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斗豆</a:t>
            </a:r>
            <a:endParaRPr lang="zh-CN" altLang="en-US" sz="36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EBE559F-637A-9AB5-5FB1-65CB5235BBEF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歹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D67462C-22A3-744A-B6AA-8D2CA47F502D}"/>
              </a:ext>
            </a:extLst>
          </p:cNvPr>
          <p:cNvSpPr txBox="1"/>
          <p:nvPr/>
        </p:nvSpPr>
        <p:spPr>
          <a:xfrm>
            <a:off x="1264274" y="3789040"/>
            <a:ext cx="764953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dl</a:t>
            </a:r>
            <a:endParaRPr lang="zh-CN" altLang="en-US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18519B5-6037-6ED1-C770-0AB67738F3D1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14F6C19-915C-8ABE-F602-3A6586186845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6F9B621-5392-FE82-2B7F-9B0F3998CB90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B536076-5380-773A-BD0B-784B3CB6EE0C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822BCCD-9688-9072-16CC-18A7B551B2E6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E255B3C6-446C-18F5-EDF6-07CA191D027A}"/>
              </a:ext>
            </a:extLst>
          </p:cNvPr>
          <p:cNvCxnSpPr/>
          <p:nvPr/>
        </p:nvCxnSpPr>
        <p:spPr>
          <a:xfrm>
            <a:off x="-108520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C1A74EAF-343D-FB6E-21E3-BE7110DEC8D3}"/>
              </a:ext>
            </a:extLst>
          </p:cNvPr>
          <p:cNvSpPr txBox="1"/>
          <p:nvPr/>
        </p:nvSpPr>
        <p:spPr>
          <a:xfrm>
            <a:off x="3832112" y="2130985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歹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0FC6700-84EF-0577-8018-976169EA710E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BA49507-B135-903D-B701-5E3B716A92F2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F3E9FF6-B16D-490D-F5E3-AF85DC35CC81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殊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uu1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37219330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C2DE7-582D-02E7-C14E-1B93A4F37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343E31-0EB4-6719-A1CF-989E6106F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D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刀歹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大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亠冖丷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斗豆</a:t>
            </a:r>
            <a:endParaRPr lang="zh-CN" altLang="en-US" sz="36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C47CDE5-800B-FDB9-4182-530CD05FD9C4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大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366F848-9FB9-EFE0-F94C-23E99067799B}"/>
              </a:ext>
            </a:extLst>
          </p:cNvPr>
          <p:cNvSpPr txBox="1"/>
          <p:nvPr/>
        </p:nvSpPr>
        <p:spPr>
          <a:xfrm>
            <a:off x="1264274" y="3789040"/>
            <a:ext cx="930063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da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701FE04-3E43-D00E-FF37-185AD72AA5C5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32A9162-B93B-CC28-CE4A-E3503A0903A5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541C9DE-6BE4-DE24-E22A-5F3B3DE76FAA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F941E3A-8094-551B-3754-19F71158A024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99D3B5C-1F19-DA34-E887-3BF932F14C8C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446A9FC0-FC59-1E30-7897-070473B8AB16}"/>
              </a:ext>
            </a:extLst>
          </p:cNvPr>
          <p:cNvCxnSpPr/>
          <p:nvPr/>
        </p:nvCxnSpPr>
        <p:spPr>
          <a:xfrm>
            <a:off x="-108520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6D2816EC-E661-A1DF-FFAA-E25CAF24A1E6}"/>
              </a:ext>
            </a:extLst>
          </p:cNvPr>
          <p:cNvSpPr txBox="1"/>
          <p:nvPr/>
        </p:nvSpPr>
        <p:spPr>
          <a:xfrm>
            <a:off x="3832112" y="2130985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大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15B2A44-67F1-4770-A4A4-7A3B02ECBB4A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55ADE92-9429-4364-4598-D97241CBA5B4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2CA363F-01A3-22A5-7C5D-3C281773F44E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套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tk4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41427773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976BC2-6082-0A59-74F5-5121246A6C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706828-0DBC-3310-295F-A15556E10C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D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刀歹大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亠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冖丷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斗豆</a:t>
            </a:r>
            <a:endParaRPr lang="zh-CN" altLang="en-US" sz="36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71D73B4-A673-490E-A3A8-6569ABBF4901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亠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E6F4F5A-137A-BDEF-F3F5-B6CAEF347FD9}"/>
              </a:ext>
            </a:extLst>
          </p:cNvPr>
          <p:cNvSpPr txBox="1"/>
          <p:nvPr/>
        </p:nvSpPr>
        <p:spPr>
          <a:xfrm>
            <a:off x="1264274" y="3789040"/>
            <a:ext cx="966931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dh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75C160F-E6BD-0887-6E67-22C12F578850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9B8BE5D-30A0-1539-119A-8460B1018677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D4EF7B1-8E06-CC12-A458-E59FEC870DFD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5BC2319-6111-D523-E65D-54D5B51BDF3D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0B57E2C-4F6D-BC85-3064-EFB2234B6DEB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5CF3728F-62BE-7A13-D6FB-6CA1B78BE18F}"/>
              </a:ext>
            </a:extLst>
          </p:cNvPr>
          <p:cNvCxnSpPr/>
          <p:nvPr/>
        </p:nvCxnSpPr>
        <p:spPr>
          <a:xfrm>
            <a:off x="-108520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E32699E0-72A4-5A60-4390-CE0E1395E1C7}"/>
              </a:ext>
            </a:extLst>
          </p:cNvPr>
          <p:cNvSpPr txBox="1"/>
          <p:nvPr/>
        </p:nvSpPr>
        <p:spPr>
          <a:xfrm>
            <a:off x="3832112" y="2130985"/>
            <a:ext cx="159530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顶部</a:t>
            </a:r>
            <a:r>
              <a:rPr lang="en-US" altLang="zh-CN" sz="2000" dirty="0">
                <a:latin typeface="+mn-ea"/>
              </a:rPr>
              <a:t>+</a:t>
            </a:r>
            <a:r>
              <a:rPr lang="zh-CN" altLang="en-US" sz="2000" dirty="0">
                <a:latin typeface="+mn-ea"/>
              </a:rPr>
              <a:t>“点”</a:t>
            </a:r>
            <a:endParaRPr lang="en-US" altLang="zh-CN" sz="2000" dirty="0">
              <a:latin typeface="+mn-ea"/>
            </a:endParaRPr>
          </a:p>
          <a:p>
            <a:r>
              <a:rPr lang="en-US" altLang="zh-CN" sz="2000" dirty="0">
                <a:latin typeface="+mn-ea"/>
              </a:rPr>
              <a:t>tou2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7F116C5-DA8A-4EAA-D866-BB2C400D5005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800000"/>
                </a:highlight>
                <a:latin typeface="得意黑" pitchFamily="2" charset="-122"/>
                <a:ea typeface="得意黑" pitchFamily="2" charset="-122"/>
              </a:rPr>
              <a:t>别码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2FD1D3B-5C96-AD46-8E41-F07146DA8693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2EF94A1-C27E-F9E9-1465-16442F804E7B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京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j;1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17457034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7FB9AD-C9A5-F2BE-82CD-9C735C9C29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AA50BA-1D7E-0C1B-4C3E-00E5D0BE53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D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刀歹大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亠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冖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丷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斗豆</a:t>
            </a:r>
            <a:endParaRPr lang="zh-CN" altLang="en-US" sz="36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45A8825-35B0-C66F-0D8D-382994FBAB66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冖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D4B834D-C34D-6DA5-DC2B-315B12FAA818}"/>
              </a:ext>
            </a:extLst>
          </p:cNvPr>
          <p:cNvSpPr txBox="1"/>
          <p:nvPr/>
        </p:nvSpPr>
        <p:spPr>
          <a:xfrm>
            <a:off x="1264274" y="3789040"/>
            <a:ext cx="987771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dp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8EF1BBA-10DE-2485-35EE-7794307AC175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317DFCA-96CA-8D7B-FECA-EBAABECBD525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E1CE8CC-461A-5403-4DDD-DA8BA3A64285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BE6A14D-0A8B-BFAB-B5C5-036170CDE4ED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B39D223-34A8-A0DD-6838-73424033F613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F14347DF-A1CA-8F67-CDA8-CAC541412EED}"/>
              </a:ext>
            </a:extLst>
          </p:cNvPr>
          <p:cNvCxnSpPr/>
          <p:nvPr/>
        </p:nvCxnSpPr>
        <p:spPr>
          <a:xfrm>
            <a:off x="-108520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9F839CE0-0CDA-ECFD-CADB-9EE3D95E9B91}"/>
              </a:ext>
            </a:extLst>
          </p:cNvPr>
          <p:cNvSpPr txBox="1"/>
          <p:nvPr/>
        </p:nvSpPr>
        <p:spPr>
          <a:xfrm>
            <a:off x="3832112" y="2130985"/>
            <a:ext cx="159530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顶部</a:t>
            </a:r>
            <a:endParaRPr lang="en-US" altLang="zh-CN" sz="2000" dirty="0">
              <a:latin typeface="+mn-ea"/>
            </a:endParaRPr>
          </a:p>
          <a:p>
            <a:r>
              <a:rPr lang="zh-CN" altLang="en-US" sz="2000" dirty="0">
                <a:latin typeface="+mn-ea"/>
              </a:rPr>
              <a:t>无视“</a:t>
            </a:r>
            <a:r>
              <a:rPr lang="en-US" altLang="zh-CN" sz="2000" dirty="0">
                <a:latin typeface="+mn-ea"/>
              </a:rPr>
              <a:t>mi4</a:t>
            </a:r>
            <a:r>
              <a:rPr lang="zh-CN" altLang="en-US" sz="2000" dirty="0">
                <a:latin typeface="+mn-ea"/>
              </a:rPr>
              <a:t>”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3F3BE29-50FB-CD09-2972-590905A3E5BF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800000"/>
                </a:highlight>
                <a:latin typeface="得意黑" pitchFamily="2" charset="-122"/>
                <a:ea typeface="得意黑" pitchFamily="2" charset="-122"/>
              </a:rPr>
              <a:t>别码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6EF7B0F-7884-AFF3-42C2-D5540BA1F7F8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852D327-2FFD-4E3D-B9CD-E7A3B598F1AB}"/>
              </a:ext>
            </a:extLst>
          </p:cNvPr>
          <p:cNvSpPr txBox="1"/>
          <p:nvPr/>
        </p:nvSpPr>
        <p:spPr>
          <a:xfrm>
            <a:off x="6108910" y="1787617"/>
            <a:ext cx="2062626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冠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gr1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d</a:t>
            </a:r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c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gr4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24406210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3671E6-8E3D-6C17-0EB3-671ABAC6B2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240854-467A-E5AC-264B-39D89A1FED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D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刀歹大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亠冖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丷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斗豆</a:t>
            </a:r>
            <a:endParaRPr lang="zh-CN" altLang="en-US" sz="36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885D054-ACD3-047C-9AD6-D1D097DBAB1D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丷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384DDEF-135B-1088-05EC-81FFF2F46677}"/>
              </a:ext>
            </a:extLst>
          </p:cNvPr>
          <p:cNvSpPr txBox="1"/>
          <p:nvPr/>
        </p:nvSpPr>
        <p:spPr>
          <a:xfrm>
            <a:off x="1264274" y="3789040"/>
            <a:ext cx="1175322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dm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35795CC-F3FE-B4F3-63CD-C590485E6E6A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A1C2DAE-9536-93DD-328D-CC67251349F8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C8713C8-1E2D-DB40-FB09-BBFA7CD08F9C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6E8D0C6-634D-6A56-09C4-9F17CBC763D1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7443AD1-C888-DE08-CFC0-F0ACAEA01BFD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799F9459-8CEB-70A5-A306-FA690E3CD935}"/>
              </a:ext>
            </a:extLst>
          </p:cNvPr>
          <p:cNvCxnSpPr/>
          <p:nvPr/>
        </p:nvCxnSpPr>
        <p:spPr>
          <a:xfrm>
            <a:off x="-108520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EF676AD2-6CD1-62DF-F750-67204765324F}"/>
              </a:ext>
            </a:extLst>
          </p:cNvPr>
          <p:cNvSpPr txBox="1"/>
          <p:nvPr/>
        </p:nvSpPr>
        <p:spPr>
          <a:xfrm>
            <a:off x="3832112" y="2130985"/>
            <a:ext cx="159530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顶部</a:t>
            </a:r>
            <a:r>
              <a:rPr lang="en-US" altLang="zh-CN" sz="2000" dirty="0">
                <a:latin typeface="+mn-ea"/>
              </a:rPr>
              <a:t>+</a:t>
            </a:r>
            <a:r>
              <a:rPr lang="zh-CN" altLang="en-US" sz="2000" dirty="0">
                <a:latin typeface="+mn-ea"/>
              </a:rPr>
              <a:t>“点”</a:t>
            </a:r>
            <a:endParaRPr lang="en-US" altLang="zh-CN" sz="2000" dirty="0">
              <a:latin typeface="+mn-ea"/>
            </a:endParaRPr>
          </a:p>
          <a:p>
            <a:r>
              <a:rPr lang="en-US" altLang="zh-CN" sz="2000" dirty="0">
                <a:latin typeface="+mn-ea"/>
              </a:rPr>
              <a:t>ba1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8EADAC6-5312-54F1-EF0F-02B4FCCA947F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800000"/>
                </a:highlight>
                <a:latin typeface="得意黑" pitchFamily="2" charset="-122"/>
                <a:ea typeface="得意黑" pitchFamily="2" charset="-122"/>
              </a:rPr>
              <a:t>别码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A6BDA70-130A-7936-2892-BD97FD302114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2F09DB2-E4D2-FD30-0925-36B87D585EA9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前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qm2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33599285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01EB02-6DDB-92A3-B218-3B29439359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98D02D-F75F-4234-A2A2-96F9EC7959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D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刀歹大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亠冖丷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斗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豆</a:t>
            </a:r>
            <a:endParaRPr lang="zh-CN" altLang="en-US" sz="36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E6179AC-C493-1A9D-3AA4-D965741FBC24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斗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8AB78AB-D17F-803E-1EAA-7C8E3B7CFC5B}"/>
              </a:ext>
            </a:extLst>
          </p:cNvPr>
          <p:cNvSpPr txBox="1"/>
          <p:nvPr/>
        </p:nvSpPr>
        <p:spPr>
          <a:xfrm>
            <a:off x="1264274" y="3789040"/>
            <a:ext cx="971741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db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C5C51D1-ED7E-AB2E-6CD9-EF8E444F9DA5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8B60395-327E-7B3C-2C6F-4E447933A479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BFE8F71-D4E1-13C6-A01E-64E947C33225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B6625E0-01AE-D05F-34C6-EAF860DA2D97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8F309BE-10FA-DCC7-1B9D-9D45F26F54AC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6D803665-06B2-FFDB-8AC0-995598EBA9EA}"/>
              </a:ext>
            </a:extLst>
          </p:cNvPr>
          <p:cNvCxnSpPr/>
          <p:nvPr/>
        </p:nvCxnSpPr>
        <p:spPr>
          <a:xfrm>
            <a:off x="-108520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6CC2C3E3-3FD8-D469-59EB-89FDB6FB8133}"/>
              </a:ext>
            </a:extLst>
          </p:cNvPr>
          <p:cNvSpPr txBox="1"/>
          <p:nvPr/>
        </p:nvSpPr>
        <p:spPr>
          <a:xfrm>
            <a:off x="3832112" y="2130985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斗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4390FF8-F6A4-A9C8-7367-34FF64A76578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96C5EAC-669A-63A1-FFC4-0364798EB04F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63AA7D6-6485-38D0-2574-6F537C51DD24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斟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vf1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31454507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1C9030-CC58-AA87-9DB9-180013B8C3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6845DC-D676-CBF9-95B5-D83136329D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D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刀歹大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亠冖丷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斗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豆</a:t>
            </a:r>
            <a:endParaRPr lang="zh-CN" altLang="en-US" sz="36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4233EF9-06B1-F91A-E665-C00FF95289F6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豆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98B23DB-E7FC-8B36-215B-190486145528}"/>
              </a:ext>
            </a:extLst>
          </p:cNvPr>
          <p:cNvSpPr txBox="1"/>
          <p:nvPr/>
        </p:nvSpPr>
        <p:spPr>
          <a:xfrm>
            <a:off x="1264274" y="3789040"/>
            <a:ext cx="963725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du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E556D49-61A4-800A-7DD5-49C1C8A4B6EF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A3F783D-D1FF-C7B3-BBEE-D13695E234E4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2615F15-6E52-D9AA-30EB-E5213C561D96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24156A7-CD7E-D3DE-785B-038F98CE53F3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FE73093-AD88-BB2A-83E8-791B671620A8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D12CBE19-CC09-F2C1-BC00-EC6019FF7C7B}"/>
              </a:ext>
            </a:extLst>
          </p:cNvPr>
          <p:cNvCxnSpPr/>
          <p:nvPr/>
        </p:nvCxnSpPr>
        <p:spPr>
          <a:xfrm>
            <a:off x="-108520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B78226FA-70AF-17F2-0D50-B39CDA9A7B89}"/>
              </a:ext>
            </a:extLst>
          </p:cNvPr>
          <p:cNvSpPr txBox="1"/>
          <p:nvPr/>
        </p:nvSpPr>
        <p:spPr>
          <a:xfrm>
            <a:off x="3832112" y="2130985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豆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5332A40-1CE2-EED4-6C0F-6E7057021168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6E4CC70-5E30-3A43-5885-6D72F259AFCF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CF25811-3572-2341-67B9-1C5686490263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豌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wj1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19420474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198336-90F2-D417-4012-7ABB597606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A74DB2-0795-5FDA-2E1E-59695B02DA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E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endParaRPr lang="zh-CN" altLang="en-US" sz="36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16C4D0F-D5B6-A6CD-74F9-3A860A2E7FEE}"/>
              </a:ext>
            </a:extLst>
          </p:cNvPr>
          <p:cNvSpPr txBox="1"/>
          <p:nvPr/>
        </p:nvSpPr>
        <p:spPr>
          <a:xfrm>
            <a:off x="26038" y="1340768"/>
            <a:ext cx="3724096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&lt;</a:t>
            </a:r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无</a:t>
            </a:r>
            <a:r>
              <a:rPr lang="en-US" altLang="zh-CN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&gt;</a:t>
            </a:r>
            <a:endParaRPr lang="zh-CN" altLang="en-US" sz="138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3E92D0D-D936-EE67-8961-8E1320675A88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EABDE3E8-FF61-66BB-ECA0-76D118816EE9}"/>
              </a:ext>
            </a:extLst>
          </p:cNvPr>
          <p:cNvCxnSpPr/>
          <p:nvPr/>
        </p:nvCxnSpPr>
        <p:spPr>
          <a:xfrm>
            <a:off x="-108520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ED9DBC6D-C635-542B-AE06-77E5A9FC5F55}"/>
              </a:ext>
            </a:extLst>
          </p:cNvPr>
          <p:cNvSpPr txBox="1"/>
          <p:nvPr/>
        </p:nvSpPr>
        <p:spPr>
          <a:xfrm>
            <a:off x="3707904" y="1703471"/>
            <a:ext cx="20249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highlight>
                  <a:srgbClr val="800000"/>
                </a:highlight>
                <a:latin typeface="得意黑" pitchFamily="2" charset="-122"/>
                <a:ea typeface="得意黑" pitchFamily="2" charset="-122"/>
              </a:rPr>
              <a:t>初码不以“</a:t>
            </a:r>
            <a:r>
              <a:rPr lang="en-US" altLang="zh-CN" sz="2400" dirty="0">
                <a:highlight>
                  <a:srgbClr val="800000"/>
                </a:highlight>
                <a:latin typeface="得意黑" pitchFamily="2" charset="-122"/>
                <a:ea typeface="得意黑" pitchFamily="2" charset="-122"/>
              </a:rPr>
              <a:t>e</a:t>
            </a:r>
            <a:r>
              <a:rPr lang="zh-CN" altLang="en-US" sz="2400" dirty="0">
                <a:highlight>
                  <a:srgbClr val="800000"/>
                </a:highlight>
                <a:latin typeface="得意黑" pitchFamily="2" charset="-122"/>
                <a:ea typeface="得意黑" pitchFamily="2" charset="-122"/>
              </a:rPr>
              <a:t>”开头</a:t>
            </a:r>
          </a:p>
        </p:txBody>
      </p:sp>
    </p:spTree>
    <p:extLst>
      <p:ext uri="{BB962C8B-B14F-4D97-AF65-F5344CB8AC3E}">
        <p14:creationId xmlns:p14="http://schemas.microsoft.com/office/powerpoint/2010/main" val="7497828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3358ED-3685-5E11-6CD1-1EB914210A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CED084-DC07-33EA-2F81-ECDD720E86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F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风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方父缶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臼辰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非</a:t>
            </a:r>
            <a:endParaRPr lang="zh-CN" altLang="en-US" sz="3600" dirty="0">
              <a:solidFill>
                <a:srgbClr val="4BC5B9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F234FD9-1E41-48D8-F3B4-D307516B639D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风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FEED657-4845-5913-F722-45F01A92962F}"/>
              </a:ext>
            </a:extLst>
          </p:cNvPr>
          <p:cNvSpPr txBox="1"/>
          <p:nvPr/>
        </p:nvSpPr>
        <p:spPr>
          <a:xfrm>
            <a:off x="1264274" y="3789040"/>
            <a:ext cx="747320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fg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FF7BF77-B6AC-9C7D-EAA8-7EFB3A76456C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6E087D9-F37E-FBF0-E7AF-16EA3C70F262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9A260F0-8A82-C208-5F71-16774BCB1678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06D8C4E-E0A7-7D6D-D310-43FFCA7EE506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0F9610D-23E7-8F3D-C2FA-6267E89D7020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41EA75D4-5E4F-C653-538F-A12B700E6186}"/>
              </a:ext>
            </a:extLst>
          </p:cNvPr>
          <p:cNvCxnSpPr/>
          <p:nvPr/>
        </p:nvCxnSpPr>
        <p:spPr>
          <a:xfrm>
            <a:off x="-108520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E8B8CE20-D73B-01AD-C433-178CA9D8CA0A}"/>
              </a:ext>
            </a:extLst>
          </p:cNvPr>
          <p:cNvSpPr txBox="1"/>
          <p:nvPr/>
        </p:nvSpPr>
        <p:spPr>
          <a:xfrm>
            <a:off x="3832112" y="2130985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风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6B31545-B92A-30CE-8DAD-52DE71ACEA2C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859D3D5-8089-1597-9BFA-A37FCCD7A4F7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D317E0B-E4DF-A6D9-6ED2-2D5520C53E76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飘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pc1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f</a:t>
            </a:r>
          </a:p>
        </p:txBody>
      </p:sp>
    </p:spTree>
    <p:extLst>
      <p:ext uri="{BB962C8B-B14F-4D97-AF65-F5344CB8AC3E}">
        <p14:creationId xmlns:p14="http://schemas.microsoft.com/office/powerpoint/2010/main" val="35323993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64AB5A-04CD-08DD-3F0F-62CABA3790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52D98F-023B-7D06-A21F-0B96220225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F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风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方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父缶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臼辰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非</a:t>
            </a:r>
            <a:endParaRPr lang="zh-CN" altLang="en-US" sz="36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0965D0B-8EC0-03B9-5065-6D5D2EA9BF89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方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8595A58-9744-C989-27FE-316EB0A54986}"/>
              </a:ext>
            </a:extLst>
          </p:cNvPr>
          <p:cNvSpPr txBox="1"/>
          <p:nvPr/>
        </p:nvSpPr>
        <p:spPr>
          <a:xfrm>
            <a:off x="1264274" y="3789040"/>
            <a:ext cx="780983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fh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3C3431F-6035-1410-ED67-23105DF8F073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9CCFB77-51F4-6FA4-8492-9E18E858B288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BC2DF24-E05F-7924-5760-9571B5FBB4BD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94C506F-8665-0135-A31A-827581512333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0DA0F19-CB3E-3C9D-A6DF-AC7FA4333C12}"/>
              </a:ext>
            </a:extLst>
          </p:cNvPr>
          <p:cNvSpPr txBox="1"/>
          <p:nvPr/>
        </p:nvSpPr>
        <p:spPr>
          <a:xfrm>
            <a:off x="3856241" y="4050650"/>
            <a:ext cx="195438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“</a:t>
            </a:r>
            <a:r>
              <a:rPr lang="zh-CN" altLang="en-US" dirty="0"/>
              <a:t>㫃</a:t>
            </a:r>
            <a:r>
              <a:rPr lang="zh-CN" altLang="en-US" sz="2000" dirty="0">
                <a:latin typeface="+mn-ea"/>
              </a:rPr>
              <a:t>”简并至此</a:t>
            </a: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A462341A-C838-256C-1957-AA5C5E469005}"/>
              </a:ext>
            </a:extLst>
          </p:cNvPr>
          <p:cNvCxnSpPr/>
          <p:nvPr/>
        </p:nvCxnSpPr>
        <p:spPr>
          <a:xfrm>
            <a:off x="-108520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FF906792-5B95-2E6D-D6E7-77BE8FCF2306}"/>
              </a:ext>
            </a:extLst>
          </p:cNvPr>
          <p:cNvSpPr txBox="1"/>
          <p:nvPr/>
        </p:nvSpPr>
        <p:spPr>
          <a:xfrm>
            <a:off x="3832112" y="2130985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方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9194BBC-6570-114A-2232-5A4B9E49F900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A703FA3-D00C-4C26-07D4-51C50AB25A39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B92CA7B-E4C1-D838-B44E-7A5C635705D4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旗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qi2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f</a:t>
            </a:r>
          </a:p>
        </p:txBody>
      </p:sp>
    </p:spTree>
    <p:extLst>
      <p:ext uri="{BB962C8B-B14F-4D97-AF65-F5344CB8AC3E}">
        <p14:creationId xmlns:p14="http://schemas.microsoft.com/office/powerpoint/2010/main" val="20849171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42383D-F888-488F-E659-FCA8987378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A54981-66EC-CA47-F3EA-B2D2711BDC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F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风方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父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缶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臼辰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非</a:t>
            </a:r>
            <a:endParaRPr lang="zh-CN" altLang="en-US" sz="36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B2D7DAE-1A9F-2129-5881-B83793144F0B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父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FE415A1-ADAD-8B3E-7044-F4841B9ED255}"/>
              </a:ext>
            </a:extLst>
          </p:cNvPr>
          <p:cNvSpPr txBox="1"/>
          <p:nvPr/>
        </p:nvSpPr>
        <p:spPr>
          <a:xfrm>
            <a:off x="1264274" y="3789040"/>
            <a:ext cx="777777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fu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096253F-47B9-77A0-EC3C-4859832089AD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5F56EF5-AD14-05B6-5473-702D8A556E2E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FC9D101-1659-5BD6-30D1-4FF4519D8297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CA639B9-C121-372A-0EE4-8EA156804B67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8B1AC0A-DD1A-2AAE-97BD-B644D2DF0551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F67C99A2-7E4C-1ACE-E652-6D15952C3BD2}"/>
              </a:ext>
            </a:extLst>
          </p:cNvPr>
          <p:cNvCxnSpPr/>
          <p:nvPr/>
        </p:nvCxnSpPr>
        <p:spPr>
          <a:xfrm>
            <a:off x="-108520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FA354152-61E6-AF53-B610-8FC96847AE48}"/>
              </a:ext>
            </a:extLst>
          </p:cNvPr>
          <p:cNvSpPr txBox="1"/>
          <p:nvPr/>
        </p:nvSpPr>
        <p:spPr>
          <a:xfrm>
            <a:off x="3832112" y="2130985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父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A1EDE49-012E-6C4D-8A45-264E7EBCD9F1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B9718E9-B03F-A8F8-B96A-66F46EFB361B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9F1CF0C-DB90-93BA-9561-7E192C10F9BD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爷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ye2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f</a:t>
            </a:r>
          </a:p>
        </p:txBody>
      </p:sp>
    </p:spTree>
    <p:extLst>
      <p:ext uri="{BB962C8B-B14F-4D97-AF65-F5344CB8AC3E}">
        <p14:creationId xmlns:p14="http://schemas.microsoft.com/office/powerpoint/2010/main" val="796249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15C4C7-50F4-CA09-7B1B-3C213FA174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3E0834-54D1-EE36-652D-9FED514C8D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F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风方父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缶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臼辰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非</a:t>
            </a:r>
            <a:endParaRPr lang="zh-CN" altLang="en-US" sz="36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6284C59-421E-F4D9-3DC8-2C0E9AACCF14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缶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A4AA72E-CA6E-A594-24E7-D55B7A2B1F8E}"/>
              </a:ext>
            </a:extLst>
          </p:cNvPr>
          <p:cNvSpPr txBox="1"/>
          <p:nvPr/>
        </p:nvSpPr>
        <p:spPr>
          <a:xfrm>
            <a:off x="1264274" y="3789040"/>
            <a:ext cx="785793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fb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E74AA09-E592-A5BD-A89A-E0886D32A7EC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DF9F54B-8BFF-77C2-D5FA-A2324AE88BDF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43BD7FD-79E1-F70C-9CF4-541EA4A5F2C6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9482409-CB06-481E-FBB2-791DE35518E8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AC80848-D207-ED9B-1D8C-E2D53B1CE361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36A44C8B-966C-297E-7BCC-D9BB9498CFE5}"/>
              </a:ext>
            </a:extLst>
          </p:cNvPr>
          <p:cNvCxnSpPr/>
          <p:nvPr/>
        </p:nvCxnSpPr>
        <p:spPr>
          <a:xfrm>
            <a:off x="-108520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5A46E0D2-6CBF-76A9-EF32-87035C2976EE}"/>
              </a:ext>
            </a:extLst>
          </p:cNvPr>
          <p:cNvSpPr txBox="1"/>
          <p:nvPr/>
        </p:nvSpPr>
        <p:spPr>
          <a:xfrm>
            <a:off x="3832112" y="2130985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缶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E234910-D5C9-7DA5-C14C-19EA04150DE5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8FBB88E-386B-516C-600F-87B70AB0C957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EA92E79-E10D-9F49-F12C-A8447B972F37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罐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gr4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f</a:t>
            </a:r>
          </a:p>
        </p:txBody>
      </p:sp>
    </p:spTree>
    <p:extLst>
      <p:ext uri="{BB962C8B-B14F-4D97-AF65-F5344CB8AC3E}">
        <p14:creationId xmlns:p14="http://schemas.microsoft.com/office/powerpoint/2010/main" val="18324762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9F8347-0598-37ED-0834-2876A60D1C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FDA43F-5A87-B6C4-7BB3-E3B3367E4D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F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风方父缶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臼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辰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非</a:t>
            </a:r>
            <a:endParaRPr lang="zh-CN" altLang="en-US" sz="36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0267795-C551-AD1D-843E-88A7DDA91268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臼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C8B5005-9945-61DF-B6A7-3A5E9BD97B27}"/>
              </a:ext>
            </a:extLst>
          </p:cNvPr>
          <p:cNvSpPr txBox="1"/>
          <p:nvPr/>
        </p:nvSpPr>
        <p:spPr>
          <a:xfrm>
            <a:off x="1264274" y="3789040"/>
            <a:ext cx="792205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fq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6C84C15-FA91-05DB-434F-69252103092E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6171D8B-AB46-1A95-3F66-C4894345DA03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E730E7E-4EB7-7F39-ABE6-F953C83B2E9B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D4A1F25-0F14-2A0E-D140-80E61658A989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2E2100B-6CA5-B4D3-790A-FEE7BA773D57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CF7E717F-0219-4295-2AD4-5AA0C68CCF9B}"/>
              </a:ext>
            </a:extLst>
          </p:cNvPr>
          <p:cNvCxnSpPr/>
          <p:nvPr/>
        </p:nvCxnSpPr>
        <p:spPr>
          <a:xfrm>
            <a:off x="-108520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2689576C-09C9-1470-8490-94988EF028F3}"/>
              </a:ext>
            </a:extLst>
          </p:cNvPr>
          <p:cNvSpPr txBox="1"/>
          <p:nvPr/>
        </p:nvSpPr>
        <p:spPr>
          <a:xfrm>
            <a:off x="3832112" y="2130985"/>
            <a:ext cx="10823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缶臼 似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7F6EBCF-E0DB-34BE-EA40-65CA2F6F145A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800000"/>
                </a:highlight>
                <a:latin typeface="得意黑" pitchFamily="2" charset="-122"/>
                <a:ea typeface="得意黑" pitchFamily="2" charset="-122"/>
              </a:rPr>
              <a:t>别码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E9E3F6B-F18B-B350-420E-8E569E0A01D0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29F3FBE-BC13-9878-4754-6B03096E448C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舂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is1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f</a:t>
            </a:r>
          </a:p>
        </p:txBody>
      </p:sp>
    </p:spTree>
    <p:extLst>
      <p:ext uri="{BB962C8B-B14F-4D97-AF65-F5344CB8AC3E}">
        <p14:creationId xmlns:p14="http://schemas.microsoft.com/office/powerpoint/2010/main" val="18400325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92E385-4769-3046-27BF-326E09D431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FB317D-033B-C840-C4EC-30D5CD5416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F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风方父缶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臼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辰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非</a:t>
            </a:r>
            <a:endParaRPr lang="zh-CN" altLang="en-US" sz="36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1F82FB9-35F9-CFCF-76E6-B1F36390763F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辰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60EA409-66E3-B3CB-C37D-D9638FE5D9EA}"/>
              </a:ext>
            </a:extLst>
          </p:cNvPr>
          <p:cNvSpPr txBox="1"/>
          <p:nvPr/>
        </p:nvSpPr>
        <p:spPr>
          <a:xfrm>
            <a:off x="1264274" y="3789040"/>
            <a:ext cx="574196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fi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BDF542E-07DD-6FCC-2AC8-B1B21768B4A5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51321EF-5D67-FE9E-C674-068BF1118777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6A17591-1DFF-41CA-08DB-EB279073E532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DEC6A7D-4D1C-7B0A-4EAC-FBDEE11B7146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03AA470-6EC8-0539-8472-AB4E2BEC1EFE}"/>
              </a:ext>
            </a:extLst>
          </p:cNvPr>
          <p:cNvSpPr txBox="1"/>
          <p:nvPr/>
        </p:nvSpPr>
        <p:spPr>
          <a:xfrm>
            <a:off x="3856241" y="4050650"/>
            <a:ext cx="249299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“辱”取部首“寸”</a:t>
            </a:r>
            <a:endParaRPr lang="en-US" altLang="zh-CN" sz="2000" dirty="0">
              <a:latin typeface="+mn-ea"/>
            </a:endParaRPr>
          </a:p>
          <a:p>
            <a:r>
              <a:rPr lang="en-US" altLang="zh-CN" sz="2000" dirty="0">
                <a:latin typeface="+mn-ea"/>
              </a:rPr>
              <a:t>ru3c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31950885-7797-1486-F1B5-BBB9A45CA2B3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A093C339-8479-C81A-4533-B79F93093384}"/>
              </a:ext>
            </a:extLst>
          </p:cNvPr>
          <p:cNvSpPr txBox="1"/>
          <p:nvPr/>
        </p:nvSpPr>
        <p:spPr>
          <a:xfrm>
            <a:off x="3832112" y="2130985"/>
            <a:ext cx="12105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 err="1">
                <a:latin typeface="+mn-ea"/>
              </a:rPr>
              <a:t>en</a:t>
            </a:r>
            <a:r>
              <a:rPr lang="zh-CN" altLang="en-US" sz="2000" dirty="0">
                <a:latin typeface="+mn-ea"/>
              </a:rPr>
              <a:t>→</a:t>
            </a:r>
            <a:r>
              <a:rPr lang="en-US" altLang="zh-CN" sz="2000" dirty="0">
                <a:latin typeface="+mn-ea"/>
              </a:rPr>
              <a:t>f</a:t>
            </a:r>
          </a:p>
          <a:p>
            <a:r>
              <a:rPr lang="zh-CN" altLang="en-US" sz="2000" dirty="0">
                <a:latin typeface="+mn-ea"/>
              </a:rPr>
              <a:t>暂无例字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2A7B9CC-3C30-BAE2-B25B-89B43398B0F7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800000"/>
                </a:highlight>
                <a:latin typeface="得意黑" pitchFamily="2" charset="-122"/>
                <a:ea typeface="得意黑" pitchFamily="2" charset="-122"/>
              </a:rPr>
              <a:t>别码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B61245B-518A-8EFD-781F-72102D3DCF78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E30D5BD-341D-2E6F-D53A-0953C0AFE5A0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-</a:t>
            </a:r>
            <a:endParaRPr lang="zh-CN" altLang="en-US" sz="4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ctr"/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-</a:t>
            </a:r>
          </a:p>
        </p:txBody>
      </p:sp>
    </p:spTree>
    <p:extLst>
      <p:ext uri="{BB962C8B-B14F-4D97-AF65-F5344CB8AC3E}">
        <p14:creationId xmlns:p14="http://schemas.microsoft.com/office/powerpoint/2010/main" val="12271456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BF5129-7F02-E194-4246-AA15C307A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940867-847A-1A7A-FFFF-DB1DEF228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F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风方父缶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臼辰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非</a:t>
            </a:r>
            <a:endParaRPr lang="zh-CN" altLang="en-US" sz="36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9C2E792-F6F6-E719-A54C-4A3EAD5211B7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非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7A8FE86-3D8C-3198-6952-23F5F5008329}"/>
              </a:ext>
            </a:extLst>
          </p:cNvPr>
          <p:cNvSpPr txBox="1"/>
          <p:nvPr/>
        </p:nvSpPr>
        <p:spPr>
          <a:xfrm>
            <a:off x="1264274" y="3789040"/>
            <a:ext cx="710451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fz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8E8B714-C95B-6699-E9B8-91F51C10677A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B9BE0AC-9F49-E370-A1B8-C72AF12B75C3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8923D13-F4D2-CD4C-156C-1CA27F74F11B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249EE43-C090-2D9D-DAA9-D27C51BED547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D2954F4-0BAD-B367-7FBA-9DA545BEF5E0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250CD634-A0EC-87AA-D27B-FC1C21DB74E8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F5DC6FB2-35AA-9F00-E5D0-382D933B41D1}"/>
              </a:ext>
            </a:extLst>
          </p:cNvPr>
          <p:cNvSpPr txBox="1"/>
          <p:nvPr/>
        </p:nvSpPr>
        <p:spPr>
          <a:xfrm>
            <a:off x="3832112" y="2130985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非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0A76F18-0D20-B1CD-B4FE-F668B9C3F3C9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D95B31C-26E8-8B4A-EC36-22FCD3E4FB47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C31CE2E-6855-62A9-E5E7-CE1E3F35BF6D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靠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kk4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f</a:t>
            </a:r>
          </a:p>
        </p:txBody>
      </p:sp>
    </p:spTree>
    <p:extLst>
      <p:ext uri="{BB962C8B-B14F-4D97-AF65-F5344CB8AC3E}">
        <p14:creationId xmlns:p14="http://schemas.microsoft.com/office/powerpoint/2010/main" val="21848743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9849B4-D489-99E8-1CE8-753678660C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CD32AC-3324-D9DF-008F-574A4188F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G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工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广弓光囗革戈瓜艮谷骨</a:t>
            </a:r>
            <a:endParaRPr lang="zh-CN" altLang="en-US" sz="36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03B6435-E872-7A5E-7E63-C40B1822651C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工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E052842-F541-A2C5-472B-C7EB1483683E}"/>
              </a:ext>
            </a:extLst>
          </p:cNvPr>
          <p:cNvSpPr txBox="1"/>
          <p:nvPr/>
        </p:nvSpPr>
        <p:spPr>
          <a:xfrm>
            <a:off x="1264274" y="3789040"/>
            <a:ext cx="769763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gs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A089561-4CB0-6A72-0032-9C2B5A6901E2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13C0ED0-347F-309A-3B85-E2DA40691182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B5E7F10-F01D-251E-1636-CBAF7014160C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263D1FD-8ECA-491B-31D5-E1071388FD4F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88FA62E-A288-5CAA-E259-472BEA602EDD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096FC4FD-5E89-9432-5F7C-861B129E49C3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A7C77709-0C4B-AD32-5542-E80EC27A98EA}"/>
              </a:ext>
            </a:extLst>
          </p:cNvPr>
          <p:cNvSpPr txBox="1"/>
          <p:nvPr/>
        </p:nvSpPr>
        <p:spPr>
          <a:xfrm>
            <a:off x="3832112" y="2130985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工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69D9B26-494E-63D3-086D-681D71069B85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6CB7060-A915-4E32-8CFD-F3420C5B1D7D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AA8B34F-576D-2A2A-8F5C-CD71B4BD62AF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巧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qc3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g</a:t>
            </a:r>
          </a:p>
        </p:txBody>
      </p:sp>
    </p:spTree>
    <p:extLst>
      <p:ext uri="{BB962C8B-B14F-4D97-AF65-F5344CB8AC3E}">
        <p14:creationId xmlns:p14="http://schemas.microsoft.com/office/powerpoint/2010/main" val="1994977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3FC1B1-C11B-1F6B-E365-F532704F1B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030E48-D7A9-8B54-868A-A6D47E04D0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G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工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广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弓光囗革戈瓜艮谷骨</a:t>
            </a:r>
            <a:endParaRPr lang="zh-CN" altLang="en-US" sz="36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F8D21C2-9B3D-0972-0DB2-998969BF18C1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广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7AD36D6-3F4D-70B0-F189-DE1B4D2D9934}"/>
              </a:ext>
            </a:extLst>
          </p:cNvPr>
          <p:cNvSpPr txBox="1"/>
          <p:nvPr/>
        </p:nvSpPr>
        <p:spPr>
          <a:xfrm>
            <a:off x="1264274" y="3789040"/>
            <a:ext cx="933269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gd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09AC4E3-1695-EB54-48BC-CB8201AE554E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B6D9077-335A-50CC-77DE-E9C21C117C4B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A379822-7058-B6B4-4F50-ABBF2F8AF30D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F4F7150-21AA-7E49-8C3C-3F8D66917686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F24BD3D-92FC-54D2-3FEA-1C68FB81529F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D746B694-6318-2D87-6A00-7B604BF100B9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3E9DD671-E8F5-922A-F249-3966F23A665E}"/>
              </a:ext>
            </a:extLst>
          </p:cNvPr>
          <p:cNvSpPr txBox="1"/>
          <p:nvPr/>
        </p:nvSpPr>
        <p:spPr>
          <a:xfrm>
            <a:off x="3832112" y="2130985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广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E48A97A-7C9D-C4B6-109F-C572413EE971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E59079C-D419-992B-E389-6147858BB5DC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49C7315-F832-99C8-B6C0-3E74B073111B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库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ku4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g</a:t>
            </a:r>
          </a:p>
        </p:txBody>
      </p:sp>
    </p:spTree>
    <p:extLst>
      <p:ext uri="{BB962C8B-B14F-4D97-AF65-F5344CB8AC3E}">
        <p14:creationId xmlns:p14="http://schemas.microsoft.com/office/powerpoint/2010/main" val="15219308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829011-FE46-E6FE-11B5-E411327E2E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475CC9-0BB4-D4ED-6881-5A495F804F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G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工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广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弓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光囗革戈瓜艮谷骨</a:t>
            </a:r>
            <a:endParaRPr lang="zh-CN" altLang="en-US" sz="36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7940951-47B8-CCC1-4EBD-66B0797F019C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弓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146DAA0-4708-31DC-B22B-43671F957F5E}"/>
              </a:ext>
            </a:extLst>
          </p:cNvPr>
          <p:cNvSpPr txBox="1"/>
          <p:nvPr/>
        </p:nvSpPr>
        <p:spPr>
          <a:xfrm>
            <a:off x="1264274" y="3789040"/>
            <a:ext cx="906017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gv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E5FCB46-9044-2C61-A4CA-0B123ED88655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3A59734-177F-53CB-A562-68541D6B6813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45BC614-CFD1-45A7-8C51-FE69F16334D4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10F060E-9476-1D49-169B-4B1581B72809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F9D2969-6205-D4FF-49F2-895232C33287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7CE6BD36-6135-36C9-751E-A8DF8DE4C5EC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52BA2AA5-BC9F-DE84-B784-E714EED38CF9}"/>
              </a:ext>
            </a:extLst>
          </p:cNvPr>
          <p:cNvSpPr txBox="1"/>
          <p:nvPr/>
        </p:nvSpPr>
        <p:spPr>
          <a:xfrm>
            <a:off x="3832112" y="2130985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弓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D33BD45-F2C6-B4C3-6663-A9A20D3C6F0B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1CA37B6-3138-EDE0-808E-4F470E84C279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3D4EA5E-D231-8695-5D71-883EE6C99EA5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弩</a:t>
            </a:r>
            <a:endParaRPr lang="en-US" altLang="zh-CN" sz="4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nu3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g</a:t>
            </a:r>
          </a:p>
        </p:txBody>
      </p:sp>
    </p:spTree>
    <p:extLst>
      <p:ext uri="{BB962C8B-B14F-4D97-AF65-F5344CB8AC3E}">
        <p14:creationId xmlns:p14="http://schemas.microsoft.com/office/powerpoint/2010/main" val="42037527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3BE066-F32A-E452-E98A-017F9059A8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CAE868-31BA-3821-71DF-319B2E291A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G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工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广弓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光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囗革戈瓜艮谷骨</a:t>
            </a:r>
            <a:endParaRPr lang="zh-CN" altLang="en-US" sz="36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CFD05B4-85BE-DF1E-E876-21378B752577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光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9D047B1-F917-21F8-FC0A-92CA1EED2C5A}"/>
              </a:ext>
            </a:extLst>
          </p:cNvPr>
          <p:cNvSpPr txBox="1"/>
          <p:nvPr/>
        </p:nvSpPr>
        <p:spPr>
          <a:xfrm>
            <a:off x="1264274" y="3789040"/>
            <a:ext cx="1122423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gm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4E63A9C-98FB-54B8-41BD-B2B55B81DCEB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E3FFCB0-E116-F6A1-3EAF-7EBE0E6FFE89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EC00375-BF3E-3D97-A075-F960DB51DC41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1EE8989-277B-5177-99A9-46E4AD93273A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A3BFA7C-5CF2-DA80-B56E-5046681A3306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A0826E33-16EA-515F-A50F-1DD90CC85242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D8AFD6A3-AF42-B90E-F6AB-FF34DC363FF1}"/>
              </a:ext>
            </a:extLst>
          </p:cNvPr>
          <p:cNvSpPr txBox="1"/>
          <p:nvPr/>
        </p:nvSpPr>
        <p:spPr>
          <a:xfrm>
            <a:off x="3832112" y="2130985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光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90509DA-77EC-E2F3-2740-2C0685C4D7C1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1A397D9-1AC8-8A88-3F7A-12B12536A4EF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01E3A19-9EA3-5DE4-AABB-6145161A1B73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耀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yk4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g</a:t>
            </a:r>
          </a:p>
        </p:txBody>
      </p:sp>
    </p:spTree>
    <p:extLst>
      <p:ext uri="{BB962C8B-B14F-4D97-AF65-F5344CB8AC3E}">
        <p14:creationId xmlns:p14="http://schemas.microsoft.com/office/powerpoint/2010/main" val="9586158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F60B68-AD24-D6E9-F63C-47F6B7DCE6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CC7475-6CE3-850D-501C-CD84E92292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G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工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广弓光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囗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革戈瓜艮谷骨</a:t>
            </a:r>
            <a:endParaRPr lang="zh-CN" altLang="en-US" sz="36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E5954A7-BD7F-4F54-D8F0-39FF4B0EF9F6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囗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1990FC5-94DB-640E-1715-5BB0D22484FF}"/>
              </a:ext>
            </a:extLst>
          </p:cNvPr>
          <p:cNvSpPr txBox="1"/>
          <p:nvPr/>
        </p:nvSpPr>
        <p:spPr>
          <a:xfrm>
            <a:off x="1264274" y="3789040"/>
            <a:ext cx="947695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go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C28C928-9BAC-80BC-F70B-B83F1C41FF03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753AD8F-4284-DA7A-8D2F-0AB99C8DEDEF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D0FB9DF-9D2D-711F-0DC5-719A0873DA43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2708F50-7020-7B8F-6DCB-6DEBA32CFFDC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56B5DCE-6EB3-E9BE-CEC2-4E469FB2C627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A56C785D-B261-B91A-1B33-EAEF42F7DC99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0B89B685-5966-0CD1-02A5-9B778C4EFCAF}"/>
              </a:ext>
            </a:extLst>
          </p:cNvPr>
          <p:cNvSpPr txBox="1"/>
          <p:nvPr/>
        </p:nvSpPr>
        <p:spPr>
          <a:xfrm>
            <a:off x="3832112" y="2130985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国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0CAF4AE-FA6D-78AB-FDAD-9D860BED01ED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08CB8A9-6709-6036-94C4-735F4ACF8252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FE3AD44-45F8-7200-5EA8-73B614F49FAD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因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yn1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g</a:t>
            </a:r>
          </a:p>
        </p:txBody>
      </p:sp>
    </p:spTree>
    <p:extLst>
      <p:ext uri="{BB962C8B-B14F-4D97-AF65-F5344CB8AC3E}">
        <p14:creationId xmlns:p14="http://schemas.microsoft.com/office/powerpoint/2010/main" val="39424632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01D1EA-CF72-D7B8-7AC1-E6D262B1DB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910FDF-948F-4403-5A17-5B2359D964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G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工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广弓光囗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革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戈瓜艮谷骨</a:t>
            </a:r>
            <a:endParaRPr lang="zh-CN" altLang="en-US" sz="36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444DE30-1771-46EE-1A8B-5CCEBB68E3DF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革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96FDAF1-7CA7-F48A-7EB1-D672087EF2B3}"/>
              </a:ext>
            </a:extLst>
          </p:cNvPr>
          <p:cNvSpPr txBox="1"/>
          <p:nvPr/>
        </p:nvSpPr>
        <p:spPr>
          <a:xfrm>
            <a:off x="1264274" y="3789040"/>
            <a:ext cx="872355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ge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EE57C24-5470-271C-F98F-1FE7B06F272E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EB08F7A-6745-0619-B7EA-9AA95AEBAE37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2074493-BC75-BC01-AD01-8C08752CC57B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743DC7-23A5-36E7-F5A9-0F492BDFD683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18DE98B-F6DF-F5D1-B542-321C4B34BB6D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133DE07C-B58A-6F53-41D2-EF66B9D672F2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8F02BBE0-A2D5-6E12-F786-BDDC07BF04D8}"/>
              </a:ext>
            </a:extLst>
          </p:cNvPr>
          <p:cNvSpPr txBox="1"/>
          <p:nvPr/>
        </p:nvSpPr>
        <p:spPr>
          <a:xfrm>
            <a:off x="3832112" y="2130985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革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DD1C0AB-BF26-8B91-9F5B-D687755CE63E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0B9AEEB-AC16-A96C-E1D8-5AE2713156B6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A856AD1-5722-BBBC-BDA9-CE0CC113F567}"/>
              </a:ext>
            </a:extLst>
          </p:cNvPr>
          <p:cNvSpPr txBox="1"/>
          <p:nvPr/>
        </p:nvSpPr>
        <p:spPr>
          <a:xfrm>
            <a:off x="6108910" y="1787617"/>
            <a:ext cx="2062626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靶</a:t>
            </a:r>
            <a:endParaRPr lang="en-US" altLang="zh-CN" sz="4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ba3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g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ba4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g</a:t>
            </a:r>
          </a:p>
        </p:txBody>
      </p:sp>
    </p:spTree>
    <p:extLst>
      <p:ext uri="{BB962C8B-B14F-4D97-AF65-F5344CB8AC3E}">
        <p14:creationId xmlns:p14="http://schemas.microsoft.com/office/powerpoint/2010/main" val="8221766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E3A278-E02D-DC09-E86E-EDA9C5A7EB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AE40B2-E5FC-D3DA-E482-6CDC6ACD2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G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工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广弓光囗革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戈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瓜艮谷骨</a:t>
            </a:r>
            <a:endParaRPr lang="zh-CN" altLang="en-US" sz="36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E4EE16F-7F1C-FAA4-338B-D43CF209F401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戈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CA8DCE0-C24B-4725-7689-730A1C3ADEBA}"/>
              </a:ext>
            </a:extLst>
          </p:cNvPr>
          <p:cNvSpPr txBox="1"/>
          <p:nvPr/>
        </p:nvSpPr>
        <p:spPr>
          <a:xfrm>
            <a:off x="1264274" y="3789040"/>
            <a:ext cx="883575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gx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E5759A0-267F-98AB-8916-C388DB456434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819B734-E699-1E4F-C042-9E1DFB9F76A5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D0411AB-518A-89CB-B271-729C80CE1CBC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CE67998-E802-8D9E-4B86-1BCB401E5362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4DD1A33-626F-619B-254B-5F8558BFFBA1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C0658FB1-106A-DFAB-838B-ABD26CD7A92A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89F41906-51C5-38B6-158A-96A6EED899FD}"/>
              </a:ext>
            </a:extLst>
          </p:cNvPr>
          <p:cNvSpPr txBox="1"/>
          <p:nvPr/>
        </p:nvSpPr>
        <p:spPr>
          <a:xfrm>
            <a:off x="3832112" y="2130985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戈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1C7CEBC-1752-E7EE-8CB9-0A54DBCAA8EF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9092745-54E9-012E-8EE6-9AF8CE49D7C1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A6F1F47-9E8F-02B1-D47B-D6088B6B0A6D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我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wo3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g</a:t>
            </a:r>
          </a:p>
        </p:txBody>
      </p:sp>
    </p:spTree>
    <p:extLst>
      <p:ext uri="{BB962C8B-B14F-4D97-AF65-F5344CB8AC3E}">
        <p14:creationId xmlns:p14="http://schemas.microsoft.com/office/powerpoint/2010/main" val="31206515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896402-62C1-CB4E-D199-3DF10E13F6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695476-E70B-6777-74F0-8F54A34586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G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工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广弓光囗革戈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瓜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艮谷骨</a:t>
            </a:r>
            <a:endParaRPr lang="zh-CN" altLang="en-US" sz="36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014BB99-3EAB-BDF2-EF94-D376E286452E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瓜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B3BB0B8-DC9B-8030-6267-97715B01BA66}"/>
              </a:ext>
            </a:extLst>
          </p:cNvPr>
          <p:cNvSpPr txBox="1"/>
          <p:nvPr/>
        </p:nvSpPr>
        <p:spPr>
          <a:xfrm>
            <a:off x="1264274" y="3789040"/>
            <a:ext cx="1101584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gw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EBFE3FC-F9BD-063C-DC0E-5E94CB390B7F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9D2AC87-ABEE-E525-93AA-8757429CB442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DECD0FD-3A74-B701-7331-B600E176B342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B0B0DF9-C605-76A3-EE64-F4278C12F236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87B9E98-8710-AF3A-E3DE-14E8FDB2DBD0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19C048B6-C690-BBD1-210F-227092274141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6B9BED55-C691-C9EA-A9AE-FE2D1BDB293C}"/>
              </a:ext>
            </a:extLst>
          </p:cNvPr>
          <p:cNvSpPr txBox="1"/>
          <p:nvPr/>
        </p:nvSpPr>
        <p:spPr>
          <a:xfrm>
            <a:off x="3832112" y="2130985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瓜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E9B53F9-207B-AAF5-D18D-6C40DF06E625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54CB78A-E781-4085-4319-4EC3042CB77B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2E0DB96-02C9-F0A0-E2FB-A37E09C0760C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瓤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rh2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g</a:t>
            </a:r>
          </a:p>
        </p:txBody>
      </p:sp>
    </p:spTree>
    <p:extLst>
      <p:ext uri="{BB962C8B-B14F-4D97-AF65-F5344CB8AC3E}">
        <p14:creationId xmlns:p14="http://schemas.microsoft.com/office/powerpoint/2010/main" val="31672903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3F57DF-C15C-ED85-2C81-48C040E25E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22D8D7-6A79-53A3-5D04-138B363A17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G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工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广弓光囗革戈瓜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艮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谷骨</a:t>
            </a:r>
            <a:endParaRPr lang="zh-CN" altLang="en-US" sz="36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62A784D-24F8-B313-56CE-C19399606353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艮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8D56872-1218-F6B9-BC02-A8DE21949A42}"/>
              </a:ext>
            </a:extLst>
          </p:cNvPr>
          <p:cNvSpPr txBox="1"/>
          <p:nvPr/>
        </p:nvSpPr>
        <p:spPr>
          <a:xfrm>
            <a:off x="1264274" y="3789040"/>
            <a:ext cx="747320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gf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AC16068-B9D6-19DB-748D-1A429F884A67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515FDD9-C16D-7702-CBB6-EB0EE11B7422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BC342F8-952E-5BE2-7DE2-824F7EF952D6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9702543-125C-B789-2AC0-47AE40B64A22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2218A78-BFB7-B90C-5678-5869D6E7DB3E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ECEC4C22-424E-9DA0-116F-A40DD713EA4E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22569441-D186-6830-30DB-D3C86CADB02F}"/>
              </a:ext>
            </a:extLst>
          </p:cNvPr>
          <p:cNvSpPr txBox="1"/>
          <p:nvPr/>
        </p:nvSpPr>
        <p:spPr>
          <a:xfrm>
            <a:off x="3832112" y="2130985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艮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8E9D4E4-7B05-9F15-0804-66E70F35B60D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51000DC-80E3-BCA9-3DF6-4BEE471C3151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06B1F2E-552D-AC85-77F2-E7F4EBD5C0AE}"/>
              </a:ext>
            </a:extLst>
          </p:cNvPr>
          <p:cNvSpPr txBox="1"/>
          <p:nvPr/>
        </p:nvSpPr>
        <p:spPr>
          <a:xfrm>
            <a:off x="6108910" y="1787617"/>
            <a:ext cx="2062626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艰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jm1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g</a:t>
            </a:r>
            <a:r>
              <a:rPr lang="zh-CN" altLang="en-US" sz="40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（艱）</a:t>
            </a:r>
            <a:endParaRPr lang="en-US" altLang="zh-CN" sz="4000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251873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704037-060B-B84A-597E-F951597133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706A62-1120-CE34-0E96-B35425F906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G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工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广弓光囗革戈瓜艮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谷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骨</a:t>
            </a:r>
            <a:endParaRPr lang="zh-CN" altLang="en-US" sz="36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9DAABCC-5DD3-D343-8D3C-53464069FE04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谷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1F2D489-25B9-E3C9-E34C-DCC8E2496303}"/>
              </a:ext>
            </a:extLst>
          </p:cNvPr>
          <p:cNvSpPr txBox="1"/>
          <p:nvPr/>
        </p:nvSpPr>
        <p:spPr>
          <a:xfrm>
            <a:off x="1264274" y="3789040"/>
            <a:ext cx="918841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gb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3B8EFDF-E465-986C-D99A-0B3CB806EB19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B038A00-56B0-3D60-AAFA-98F76AE81914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71E65AC-3B62-DAB9-4F1C-96C7BC911E57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EFD9B64-3ED1-86C8-7A55-92BB028F886B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66C6317-C492-E56E-581C-369C2399BDC2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C89CD360-C842-7068-913F-31B52B71F230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45187846-244A-BA68-B730-729BFE720FF0}"/>
              </a:ext>
            </a:extLst>
          </p:cNvPr>
          <p:cNvSpPr txBox="1"/>
          <p:nvPr/>
        </p:nvSpPr>
        <p:spPr>
          <a:xfrm>
            <a:off x="3832112" y="2130985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谷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8DD1AD9-A7C3-5BF4-A90C-10A1915D297B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64B3764-779E-E984-48B5-221EB33F2BA7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BD3FC33-938A-7B2A-679A-A1412BFA117A}"/>
              </a:ext>
            </a:extLst>
          </p:cNvPr>
          <p:cNvSpPr txBox="1"/>
          <p:nvPr/>
        </p:nvSpPr>
        <p:spPr>
          <a:xfrm>
            <a:off x="6108910" y="1787617"/>
            <a:ext cx="2062626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豁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ho1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g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ho4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g</a:t>
            </a:r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7517727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162688-57E1-3062-B48B-B4C3083A6B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A8FD7D-D435-320C-ADB2-55F19A03CF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G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工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广弓光囗革戈瓜艮谷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骨</a:t>
            </a:r>
            <a:endParaRPr lang="zh-CN" altLang="en-US" sz="36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16C7F76-59DB-D70A-C62C-48B16A0AE1BE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骨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437BD5C-2101-A875-3E11-3F1313BE22F7}"/>
              </a:ext>
            </a:extLst>
          </p:cNvPr>
          <p:cNvSpPr txBox="1"/>
          <p:nvPr/>
        </p:nvSpPr>
        <p:spPr>
          <a:xfrm>
            <a:off x="1264274" y="3789040"/>
            <a:ext cx="782587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gr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179ADB0-9F78-E572-3A8A-41295CCF3010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6D9DC6C-349E-48EE-7D58-031BE2CBB635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F1F6ABB-6525-463B-D886-D6905D205D29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F02ACC3-9D77-D8B8-CEBE-51EA5627D63F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8B5EB-5968-D02D-2560-C28450AE55A3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00EDEE18-159B-1342-89EB-0073CF1C1D9F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491FA34F-AD15-87E5-8F7C-8AD20C609CAD}"/>
              </a:ext>
            </a:extLst>
          </p:cNvPr>
          <p:cNvSpPr txBox="1"/>
          <p:nvPr/>
        </p:nvSpPr>
        <p:spPr>
          <a:xfrm>
            <a:off x="3832112" y="2130985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骨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B6F069D-F5D2-9525-F2CE-FF41A1A9E386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8F9BC1E-52C2-120B-9B7F-A8831655D660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CD47B06-DA60-20A1-BDCF-7688C794EA12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骸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hl2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g</a:t>
            </a:r>
          </a:p>
        </p:txBody>
      </p:sp>
    </p:spTree>
    <p:extLst>
      <p:ext uri="{BB962C8B-B14F-4D97-AF65-F5344CB8AC3E}">
        <p14:creationId xmlns:p14="http://schemas.microsoft.com/office/powerpoint/2010/main" val="16000852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FD498D-E3E0-ECF3-6127-9732FA2398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24436F-F6EE-AFD1-79D2-06DABCE6FF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H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火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户禾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⺌羊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虍黑</a:t>
            </a:r>
            <a:endParaRPr lang="zh-CN" altLang="en-US" sz="36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A519884-1FA2-7629-AA09-33C3D9C1AE6B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火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204A270-5BEB-BCB6-0943-BD2B92C043BD}"/>
              </a:ext>
            </a:extLst>
          </p:cNvPr>
          <p:cNvSpPr txBox="1"/>
          <p:nvPr/>
        </p:nvSpPr>
        <p:spPr>
          <a:xfrm>
            <a:off x="1264274" y="3789040"/>
            <a:ext cx="981359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ho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8BFF73A-1C55-A0CE-C826-BCFAB6AB0BCE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83F7FF8-0781-70C4-3D4A-05207BF71299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3F213C1-C23F-09FE-1E9D-512637C57481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D4F28D4-6B15-DFDD-5667-BB55372706A9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70F4785-114B-5498-2999-6214A1A0C771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A2977524-9FB3-E3A6-00E2-E532010F235B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E894C772-1DB3-FB92-47B4-9A6114D3B9C6}"/>
              </a:ext>
            </a:extLst>
          </p:cNvPr>
          <p:cNvSpPr txBox="1"/>
          <p:nvPr/>
        </p:nvSpPr>
        <p:spPr>
          <a:xfrm>
            <a:off x="3832112" y="2130985"/>
            <a:ext cx="2236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火，有变体“灬”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B4FE9C7-F888-EA4E-8588-8AE23FAA189C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CD33C3D-F8B2-2202-CDEE-B074606C36AA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3173991-A7EE-6A95-11E9-825BADA01F81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然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rj2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h</a:t>
            </a:r>
          </a:p>
        </p:txBody>
      </p:sp>
    </p:spTree>
    <p:extLst>
      <p:ext uri="{BB962C8B-B14F-4D97-AF65-F5344CB8AC3E}">
        <p14:creationId xmlns:p14="http://schemas.microsoft.com/office/powerpoint/2010/main" val="38404023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44C169-57B9-2B99-EA01-352040CE3F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1C22C8-EC99-3860-BED2-6B46B05365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H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火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户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禾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⺌羊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虍黑</a:t>
            </a:r>
            <a:endParaRPr lang="zh-CN" altLang="en-US" sz="36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36AFFCC-8405-BC53-EBCA-7EE0ACDBFAD3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户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8C231AE-4795-F2AD-22F1-13B05771E299}"/>
              </a:ext>
            </a:extLst>
          </p:cNvPr>
          <p:cNvSpPr txBox="1"/>
          <p:nvPr/>
        </p:nvSpPr>
        <p:spPr>
          <a:xfrm>
            <a:off x="1264274" y="3789040"/>
            <a:ext cx="944489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hu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5FDC914-1157-0BB5-8135-EA80D94528B1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82A6FC4-8AB2-D399-7C97-9EBDE0DB257C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4D66756-79CA-D6D5-42AD-D9B54EFD18B6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9C10F6A-91EC-18D9-C853-FA9AC1368BC8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FB71ED0-EE3D-C83A-3F51-8B2A61CEE3EF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6A3DD8D1-967A-C46A-4BE0-0CE147B69AB2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ACEE85BD-2CD8-A7F4-ADBD-FB3AE62787DB}"/>
              </a:ext>
            </a:extLst>
          </p:cNvPr>
          <p:cNvSpPr txBox="1"/>
          <p:nvPr/>
        </p:nvSpPr>
        <p:spPr>
          <a:xfrm>
            <a:off x="3832112" y="2130985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户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C76BA63-5C54-DCD0-4DCD-F2D5249B7A36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5A9BCB0-FFF6-B80F-262C-5F1A80956B88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43693C2-33FB-C285-813B-EB498BA4319D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房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fh2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h</a:t>
            </a:r>
          </a:p>
        </p:txBody>
      </p:sp>
    </p:spTree>
    <p:extLst>
      <p:ext uri="{BB962C8B-B14F-4D97-AF65-F5344CB8AC3E}">
        <p14:creationId xmlns:p14="http://schemas.microsoft.com/office/powerpoint/2010/main" val="27797340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12F33E-7E55-0AE2-C2CB-7823637BD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E4473F-6352-8D0B-9CEE-91340FE59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H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火户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禾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⺌羊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虍黑</a:t>
            </a:r>
            <a:endParaRPr lang="zh-CN" altLang="en-US" sz="36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DDC931D-8FA1-9151-7249-D4E5F779AC7A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禾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8CA9737-2B1F-BEE8-A6F1-A1DE7EA75CFA}"/>
              </a:ext>
            </a:extLst>
          </p:cNvPr>
          <p:cNvSpPr txBox="1"/>
          <p:nvPr/>
        </p:nvSpPr>
        <p:spPr>
          <a:xfrm>
            <a:off x="1264274" y="3789040"/>
            <a:ext cx="906017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he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FA58CF8-6FAA-5959-5BAD-8FF22BB0807B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BCEFADC-8E0F-7DB0-E1B9-9B2F9AAF437C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C09CE70-167C-1B90-BAD6-DA0F16D5B1FD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8C0135A-3229-204D-85D3-B2501E7E2015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7072085-B7A1-6E12-7E90-C27FC01DCB5D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4ECB2693-726C-0258-6A57-F983C0483FBB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161B7D84-5215-A468-80A6-E2CD24C07870}"/>
              </a:ext>
            </a:extLst>
          </p:cNvPr>
          <p:cNvSpPr txBox="1"/>
          <p:nvPr/>
        </p:nvSpPr>
        <p:spPr>
          <a:xfrm>
            <a:off x="3832112" y="2130985"/>
            <a:ext cx="198002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禾</a:t>
            </a:r>
            <a:endParaRPr lang="en-US" altLang="zh-CN" sz="2000" dirty="0">
              <a:latin typeface="+mn-ea"/>
            </a:endParaRPr>
          </a:p>
          <a:p>
            <a:r>
              <a:rPr lang="zh-CN" altLang="en-US" sz="2000" dirty="0">
                <a:latin typeface="+mn-ea"/>
              </a:rPr>
              <a:t>有一定优先性</a:t>
            </a:r>
            <a:endParaRPr lang="en-US" altLang="zh-CN" sz="2000" dirty="0">
              <a:latin typeface="+mn-ea"/>
            </a:endParaRPr>
          </a:p>
          <a:p>
            <a:r>
              <a:rPr lang="zh-CN" altLang="en-US" sz="2000" dirty="0">
                <a:latin typeface="+mn-ea"/>
              </a:rPr>
              <a:t>在“和”“利”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5AF30A6-B2FE-502A-F1D6-0AF9ABA95987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760A6D5-2315-A12C-C0EB-71AA22DF2C72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770B66F-EB07-D410-62B5-A0FC1C12D2B8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秀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xq4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h</a:t>
            </a:r>
          </a:p>
        </p:txBody>
      </p:sp>
    </p:spTree>
    <p:extLst>
      <p:ext uri="{BB962C8B-B14F-4D97-AF65-F5344CB8AC3E}">
        <p14:creationId xmlns:p14="http://schemas.microsoft.com/office/powerpoint/2010/main" val="29596615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7EA290-C36F-02B4-89DD-535C35E5C8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483E49-E9C8-E73D-840E-984A7325CA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H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火户禾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⺌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羊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虍黑</a:t>
            </a:r>
            <a:endParaRPr lang="zh-CN" altLang="en-US" sz="36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3FBB85F-A9EA-E5D2-58B7-16BEDDFAD90A}"/>
              </a:ext>
            </a:extLst>
          </p:cNvPr>
          <p:cNvSpPr txBox="1"/>
          <p:nvPr/>
        </p:nvSpPr>
        <p:spPr>
          <a:xfrm>
            <a:off x="1264274" y="3789040"/>
            <a:ext cx="966931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hd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8EC909C-0912-1B2D-4772-15EE398E1CA5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DDECDD0-253E-BB85-D7CB-B782048F94F9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32D85DF-17C9-1716-900C-C75259166794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212C4AB-C8FA-A740-C526-77CF2464BBE4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D83A754-C5CD-93E4-8F40-B5B5E864B689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238A2DF2-1CBB-5D3F-8D56-1BA51115C6DF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858EACEB-2438-61FC-740B-BCE676DA9B7E}"/>
              </a:ext>
            </a:extLst>
          </p:cNvPr>
          <p:cNvSpPr txBox="1"/>
          <p:nvPr/>
        </p:nvSpPr>
        <p:spPr>
          <a:xfrm>
            <a:off x="3832112" y="2130985"/>
            <a:ext cx="172354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光</a:t>
            </a:r>
            <a:r>
              <a:rPr lang="en-US" altLang="zh-CN" sz="2000" dirty="0">
                <a:latin typeface="+mn-ea"/>
              </a:rPr>
              <a:t>/</a:t>
            </a:r>
            <a:r>
              <a:rPr lang="zh-CN" altLang="en-US" sz="2000" dirty="0">
                <a:latin typeface="+mn-ea"/>
              </a:rPr>
              <a:t>尚 字头</a:t>
            </a:r>
            <a:endParaRPr lang="en-US" altLang="zh-CN" sz="2000" dirty="0">
              <a:latin typeface="+mn-ea"/>
            </a:endParaRPr>
          </a:p>
          <a:p>
            <a:r>
              <a:rPr lang="en-US" altLang="zh-CN" sz="2000" dirty="0">
                <a:latin typeface="+mn-ea"/>
              </a:rPr>
              <a:t>ang</a:t>
            </a:r>
            <a:r>
              <a:rPr lang="zh-CN" altLang="en-US" sz="2000" dirty="0">
                <a:latin typeface="+mn-ea"/>
              </a:rPr>
              <a:t>→</a:t>
            </a:r>
            <a:r>
              <a:rPr lang="en-US" altLang="zh-CN" sz="2000" dirty="0">
                <a:latin typeface="+mn-ea"/>
              </a:rPr>
              <a:t>h</a:t>
            </a:r>
          </a:p>
          <a:p>
            <a:r>
              <a:rPr lang="zh-CN" altLang="en-US" sz="2000" dirty="0">
                <a:latin typeface="+mn-ea"/>
              </a:rPr>
              <a:t>有变体“</a:t>
            </a:r>
            <a:r>
              <a:rPr lang="zh-CN" altLang="en-US" dirty="0"/>
              <a:t>龸</a:t>
            </a:r>
            <a:r>
              <a:rPr lang="zh-CN" altLang="en-US" sz="2000" dirty="0">
                <a:latin typeface="+mn-ea"/>
              </a:rPr>
              <a:t>”</a:t>
            </a:r>
            <a:endParaRPr lang="en-US" altLang="zh-CN" sz="2000" dirty="0">
              <a:latin typeface="+mn-ea"/>
            </a:endParaRPr>
          </a:p>
          <a:p>
            <a:r>
              <a:rPr lang="zh-CN" altLang="en-US" sz="2000" dirty="0">
                <a:latin typeface="+mn-ea"/>
              </a:rPr>
              <a:t>与“小”区别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42D8CF3-F55A-6208-A373-DEC43E4E6557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800000"/>
                </a:highlight>
                <a:latin typeface="得意黑" pitchFamily="2" charset="-122"/>
                <a:ea typeface="得意黑" pitchFamily="2" charset="-122"/>
              </a:rPr>
              <a:t>别码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B0BB3AF-12B8-F4C8-8548-0E33CF8AD7D0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8DBCD1C-E646-C35F-B2C3-B5B733EAF6EC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光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gd1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h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90CDD6F-AA84-98D3-6B59-2AF0A541E817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⺌</a:t>
            </a:r>
          </a:p>
        </p:txBody>
      </p:sp>
    </p:spTree>
    <p:extLst>
      <p:ext uri="{BB962C8B-B14F-4D97-AF65-F5344CB8AC3E}">
        <p14:creationId xmlns:p14="http://schemas.microsoft.com/office/powerpoint/2010/main" val="17499514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BE5C61-93EA-171D-70FA-95E23300BD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42EF02-3E01-1DA1-FFF7-0F8534558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H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火户禾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⺌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羊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虍黑</a:t>
            </a:r>
            <a:endParaRPr lang="zh-CN" altLang="en-US" sz="36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F009549-7FA6-6100-A36A-0DF42C85B497}"/>
              </a:ext>
            </a:extLst>
          </p:cNvPr>
          <p:cNvSpPr txBox="1"/>
          <p:nvPr/>
        </p:nvSpPr>
        <p:spPr>
          <a:xfrm>
            <a:off x="1264274" y="3789040"/>
            <a:ext cx="928459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hy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E3CDAAA-195D-1565-1A84-565B7D28F664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2FD4D15-55BD-F6C1-2DB9-4038CB405D7A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BD5E9FA-7D5C-F175-568B-E4AA1C13EE16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6B289B0-5967-77D0-7B6E-9AC59BFB144C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3863849-8E8F-C407-A616-6325ADCEDB66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46B34AF1-53CE-5E8A-8E40-475F5603EAB2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25688942-1819-6E40-76F9-91D8190D058C}"/>
              </a:ext>
            </a:extLst>
          </p:cNvPr>
          <p:cNvSpPr txBox="1"/>
          <p:nvPr/>
        </p:nvSpPr>
        <p:spPr>
          <a:xfrm>
            <a:off x="3832112" y="2130985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羊</a:t>
            </a:r>
            <a:r>
              <a:rPr lang="en-US" altLang="zh-CN" sz="2000" dirty="0">
                <a:latin typeface="+mn-ea"/>
              </a:rPr>
              <a:t>ang</a:t>
            </a:r>
            <a:r>
              <a:rPr lang="zh-CN" altLang="en-US" sz="2000" dirty="0">
                <a:latin typeface="+mn-ea"/>
              </a:rPr>
              <a:t>→</a:t>
            </a:r>
            <a:r>
              <a:rPr lang="en-US" altLang="zh-CN" sz="2000" dirty="0">
                <a:latin typeface="+mn-ea"/>
              </a:rPr>
              <a:t>h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13801F6-A0D6-459B-93C9-A6D70EADEBAC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800000"/>
                </a:highlight>
                <a:latin typeface="得意黑" pitchFamily="2" charset="-122"/>
                <a:ea typeface="得意黑" pitchFamily="2" charset="-122"/>
              </a:rPr>
              <a:t>别码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E86DE59-2B61-3053-3789-2A48E151C0B4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7AA41FE-A8A8-F3A0-1E7C-FE9C4F47053A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羞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xq1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h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61218A7-E0EE-8154-7876-68D27F93DE71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羊</a:t>
            </a:r>
          </a:p>
        </p:txBody>
      </p:sp>
    </p:spTree>
    <p:extLst>
      <p:ext uri="{BB962C8B-B14F-4D97-AF65-F5344CB8AC3E}">
        <p14:creationId xmlns:p14="http://schemas.microsoft.com/office/powerpoint/2010/main" val="39109360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EBE4F1-8E90-9633-730B-7106F4427C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AFCE18-F6F6-9D74-C6DF-DC7F472D8F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H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火户禾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⺌羊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虍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黑</a:t>
            </a:r>
            <a:endParaRPr lang="zh-CN" altLang="en-US" sz="36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CB548C9-8EE1-3696-74B4-F56312244363}"/>
              </a:ext>
            </a:extLst>
          </p:cNvPr>
          <p:cNvSpPr txBox="1"/>
          <p:nvPr/>
        </p:nvSpPr>
        <p:spPr>
          <a:xfrm>
            <a:off x="1264274" y="3789040"/>
            <a:ext cx="745717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hl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9EDD98C-07FE-0E6D-CD87-4588DD23696A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1B2F649-7396-13D7-2F9C-148C5312C51A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0F383FC-691E-D75F-7CD1-76ABE0FE4879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D228DAB-9965-58E5-47CB-30D2E6EBB497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31552C6-5BF0-80CC-BAE6-3A77406F5E00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74F0B2CC-34DB-C226-63D0-66AD77978F64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335F4E70-C5FB-7E84-7181-CB35F5ABD074}"/>
              </a:ext>
            </a:extLst>
          </p:cNvPr>
          <p:cNvSpPr txBox="1"/>
          <p:nvPr/>
        </p:nvSpPr>
        <p:spPr>
          <a:xfrm>
            <a:off x="3832112" y="2130985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虎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AF9C076-0509-4A12-4C78-2DC73D908383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FC553A7-E522-71BA-E7DD-D5B0E71D3FAA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F1B6DEF-FAFF-6B3A-04F1-6A3325A8AE72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虐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nt4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h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1BF4190-8177-ADDC-4EE4-909E2DA57CE8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虍</a:t>
            </a:r>
          </a:p>
        </p:txBody>
      </p:sp>
    </p:spTree>
    <p:extLst>
      <p:ext uri="{BB962C8B-B14F-4D97-AF65-F5344CB8AC3E}">
        <p14:creationId xmlns:p14="http://schemas.microsoft.com/office/powerpoint/2010/main" val="35445086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D8B8C9-E8BA-17E9-BD49-87818A301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8649C6-64B7-21D7-C94D-4CD994100F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H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火户禾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⺌羊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虍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黑</a:t>
            </a:r>
            <a:endParaRPr lang="zh-CN" altLang="en-US" sz="36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ADE196A-9340-27CF-33AD-470AB621B44B}"/>
              </a:ext>
            </a:extLst>
          </p:cNvPr>
          <p:cNvSpPr txBox="1"/>
          <p:nvPr/>
        </p:nvSpPr>
        <p:spPr>
          <a:xfrm>
            <a:off x="1264274" y="3789040"/>
            <a:ext cx="877163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hz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717220E-BA8A-9B47-858E-0A68E5CEC986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CA8D86A-AE29-B7CB-C632-CDEF84187736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58128EF-2531-F515-6AED-194D809DD431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620B0DF-118F-BBF6-AECB-B0D45719218A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7FAE045-EA07-05F0-EF28-C5E5FDEB967A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249EA445-DD19-F314-FCF6-60B25746CE7B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4909351B-1D99-8719-9F30-781F8AF96220}"/>
              </a:ext>
            </a:extLst>
          </p:cNvPr>
          <p:cNvSpPr txBox="1"/>
          <p:nvPr/>
        </p:nvSpPr>
        <p:spPr>
          <a:xfrm>
            <a:off x="3832112" y="2130985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黑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E256FCA-4E55-35A5-2F41-6F5E14EBEEAC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3D00120-225C-88FF-8651-9229424F89D9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134AF1D-3615-98AE-FE85-4E179433C419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黔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qm2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h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0BAC65E-7E63-DB06-94EA-0177DF68B6D0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黑</a:t>
            </a:r>
          </a:p>
        </p:txBody>
      </p:sp>
    </p:spTree>
    <p:extLst>
      <p:ext uri="{BB962C8B-B14F-4D97-AF65-F5344CB8AC3E}">
        <p14:creationId xmlns:p14="http://schemas.microsoft.com/office/powerpoint/2010/main" val="4466180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2BA1C2-33FD-F00F-7B56-C2CFE4F2AD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B6729C-E7AC-84A5-3BDB-CDCB93149E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I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虫</a:t>
            </a:r>
            <a:r>
              <a:rPr lang="zh-CN" altLang="zh-CN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页雨弋彐彑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臣赤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尺</a:t>
            </a:r>
            <a:endParaRPr lang="zh-CN" altLang="en-US" sz="2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5AF6BAA-6F76-1C7A-15F6-A0AF00E82EE2}"/>
              </a:ext>
            </a:extLst>
          </p:cNvPr>
          <p:cNvSpPr txBox="1"/>
          <p:nvPr/>
        </p:nvSpPr>
        <p:spPr>
          <a:xfrm>
            <a:off x="1264274" y="3789040"/>
            <a:ext cx="596638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is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9CDA1AA-736C-9BA8-F7A3-476F1CD9182B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E57BD15-A1D4-8EC5-2345-3CE5EA9266F1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6AA7464-8DE4-381C-3DA9-110CDC848ADB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6F2711-3042-07CB-D1B5-13B181C8A5AD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FC746F7-B987-B5DD-ECD0-C5BADBA60760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0141A79E-DB92-C6E8-CCE6-B6C24937A07E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DC6A7724-9D47-ED44-2A29-107FD6170BE6}"/>
              </a:ext>
            </a:extLst>
          </p:cNvPr>
          <p:cNvSpPr txBox="1"/>
          <p:nvPr/>
        </p:nvSpPr>
        <p:spPr>
          <a:xfrm>
            <a:off x="3832112" y="2130985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虫</a:t>
            </a:r>
            <a:r>
              <a:rPr lang="en-US" altLang="zh-CN" sz="2000" dirty="0" err="1">
                <a:latin typeface="+mn-ea"/>
              </a:rPr>
              <a:t>ch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6468AC6-8BDE-6F8C-527E-F5680BF82E25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9E33989-E936-1DCB-764F-485997FB2A06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C4A96CD-4531-00BD-E898-08A33056C36D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蚁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yi3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i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737D260-9545-6D98-1D61-3BBBEF1D7D2F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虫</a:t>
            </a:r>
          </a:p>
        </p:txBody>
      </p:sp>
    </p:spTree>
    <p:extLst>
      <p:ext uri="{BB962C8B-B14F-4D97-AF65-F5344CB8AC3E}">
        <p14:creationId xmlns:p14="http://schemas.microsoft.com/office/powerpoint/2010/main" val="12419945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3F86B1-7B96-11A4-DF0C-68A1621CB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EA084E-E9DF-3A5F-AA1E-8F613A50F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I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虫</a:t>
            </a:r>
            <a:r>
              <a:rPr lang="zh-CN" altLang="zh-CN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页</a:t>
            </a:r>
            <a:r>
              <a:rPr lang="zh-CN" altLang="zh-CN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雨弋彐彑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臣赤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尺</a:t>
            </a:r>
            <a:endParaRPr lang="zh-CN" altLang="en-US" sz="2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857B2C1-66D0-C2F0-AB4F-64147633DCF1}"/>
              </a:ext>
            </a:extLst>
          </p:cNvPr>
          <p:cNvSpPr txBox="1"/>
          <p:nvPr/>
        </p:nvSpPr>
        <p:spPr>
          <a:xfrm>
            <a:off x="1264274" y="3789040"/>
            <a:ext cx="699230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ie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A298574-1F6B-3930-B775-A21726D3B72D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2D9B4C8-BA65-6987-8207-D769FC4DB1E6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3AA74EF-0CDB-2D1C-1890-EC8D4B480746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EF2675A-29A2-08F6-467E-C81AB096A896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1D43D23-4435-92A9-F7BD-1EF172681624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40683248-D20D-2591-8200-016B84A1AAD3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7ADDA967-E1AD-ABAB-29BA-D414CD313274}"/>
              </a:ext>
            </a:extLst>
          </p:cNvPr>
          <p:cNvSpPr txBox="1"/>
          <p:nvPr/>
        </p:nvSpPr>
        <p:spPr>
          <a:xfrm>
            <a:off x="3832112" y="2130985"/>
            <a:ext cx="17235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页，</a:t>
            </a:r>
            <a:r>
              <a:rPr lang="en-US" altLang="zh-CN" sz="2000" dirty="0">
                <a:latin typeface="+mn-ea"/>
              </a:rPr>
              <a:t>y</a:t>
            </a:r>
            <a:r>
              <a:rPr lang="zh-CN" altLang="en-US" sz="2000" dirty="0">
                <a:latin typeface="+mn-ea"/>
              </a:rPr>
              <a:t>迁移至</a:t>
            </a:r>
            <a:r>
              <a:rPr lang="en-US" altLang="zh-CN" sz="2000" dirty="0" err="1">
                <a:latin typeface="+mn-ea"/>
              </a:rPr>
              <a:t>i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0417755-6812-0138-DAD5-AD343F71845E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800000"/>
                </a:highlight>
                <a:latin typeface="得意黑" pitchFamily="2" charset="-122"/>
                <a:ea typeface="得意黑" pitchFamily="2" charset="-122"/>
              </a:rPr>
              <a:t>别码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8721659-39ED-7839-868C-9A3537EBEDFA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AD40BEC-94B8-A25A-3C87-8BE568EDC2E0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项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xd4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i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682270A-FF60-D437-D67D-56C61AD37306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页</a:t>
            </a:r>
          </a:p>
        </p:txBody>
      </p:sp>
    </p:spTree>
    <p:extLst>
      <p:ext uri="{BB962C8B-B14F-4D97-AF65-F5344CB8AC3E}">
        <p14:creationId xmlns:p14="http://schemas.microsoft.com/office/powerpoint/2010/main" val="31620088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2D22F4-7A34-7A58-8001-3F182A4C9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D1CA02-9361-D3E6-F41C-0100863CE0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I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虫</a:t>
            </a:r>
            <a:r>
              <a:rPr lang="zh-CN" altLang="zh-CN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页</a:t>
            </a:r>
            <a:r>
              <a:rPr lang="zh-CN" altLang="zh-CN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雨</a:t>
            </a:r>
            <a:r>
              <a:rPr lang="zh-CN" altLang="zh-CN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弋彐彑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臣赤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尺</a:t>
            </a:r>
            <a:endParaRPr lang="zh-CN" altLang="en-US" sz="2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A3ADEA4-A808-DA56-93E6-C31A977D3BEC}"/>
              </a:ext>
            </a:extLst>
          </p:cNvPr>
          <p:cNvSpPr txBox="1"/>
          <p:nvPr/>
        </p:nvSpPr>
        <p:spPr>
          <a:xfrm>
            <a:off x="1264274" y="3789040"/>
            <a:ext cx="737702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iu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399B24E-298E-B400-0748-EBB990C4A066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F1B70F0-E015-0667-15F6-6D7CF12BFCE7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3641C9C-6A41-712B-9D64-B9C571CC8F7C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F8DC827-4608-8A90-604D-F554D613991F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5A4F9B5-CC06-9577-89BE-1C5B7388ABAF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F6EABD2E-4E46-D458-FF29-3670152A8B92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ECBA9858-A1DD-C6F9-C1B1-656180E98E95}"/>
              </a:ext>
            </a:extLst>
          </p:cNvPr>
          <p:cNvSpPr txBox="1"/>
          <p:nvPr/>
        </p:nvSpPr>
        <p:spPr>
          <a:xfrm>
            <a:off x="3832112" y="2130985"/>
            <a:ext cx="17235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雨，</a:t>
            </a:r>
            <a:r>
              <a:rPr lang="en-US" altLang="zh-CN" sz="2000" dirty="0">
                <a:latin typeface="+mn-ea"/>
              </a:rPr>
              <a:t>y</a:t>
            </a:r>
            <a:r>
              <a:rPr lang="zh-CN" altLang="en-US" sz="2000" dirty="0">
                <a:latin typeface="+mn-ea"/>
              </a:rPr>
              <a:t>迁移至</a:t>
            </a:r>
            <a:r>
              <a:rPr lang="en-US" altLang="zh-CN" sz="2000" dirty="0" err="1">
                <a:latin typeface="+mn-ea"/>
              </a:rPr>
              <a:t>i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7226FB4-9A36-5481-F570-A387566F0E16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800000"/>
                </a:highlight>
                <a:latin typeface="得意黑" pitchFamily="2" charset="-122"/>
                <a:ea typeface="得意黑" pitchFamily="2" charset="-122"/>
              </a:rPr>
              <a:t>别码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F4AFC3D-6C27-8B4C-0411-C93B541A9C6C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DBF1025-B6D1-68AD-16C5-6B0D3F862D64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雪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xt3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i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6672FB8-C668-5019-F36A-9D5AACD4747D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雨</a:t>
            </a:r>
          </a:p>
        </p:txBody>
      </p:sp>
    </p:spTree>
    <p:extLst>
      <p:ext uri="{BB962C8B-B14F-4D97-AF65-F5344CB8AC3E}">
        <p14:creationId xmlns:p14="http://schemas.microsoft.com/office/powerpoint/2010/main" val="13022667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9FF5E6-2817-735E-6F95-91F8834BC1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EA3824-F9D0-AEDB-392D-9166A106E1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I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虫</a:t>
            </a:r>
            <a:r>
              <a:rPr lang="zh-CN" altLang="zh-CN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页雨</a:t>
            </a:r>
            <a:r>
              <a:rPr lang="zh-CN" altLang="zh-CN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弋</a:t>
            </a:r>
            <a:r>
              <a:rPr lang="zh-CN" altLang="zh-CN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彐彑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臣赤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尺</a:t>
            </a:r>
            <a:endParaRPr lang="zh-CN" altLang="en-US" sz="2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9473185-75B2-FE99-7E64-B3ABCFE0DF2A}"/>
              </a:ext>
            </a:extLst>
          </p:cNvPr>
          <p:cNvSpPr txBox="1"/>
          <p:nvPr/>
        </p:nvSpPr>
        <p:spPr>
          <a:xfrm>
            <a:off x="1264274" y="3789040"/>
            <a:ext cx="710451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ix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DCCAE48-CDB7-DB2B-4966-36735081B23C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E4B9E9E-56A4-3D94-2AA3-BE076F2DEA35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6EBD691-713C-2D00-41BD-7B4FE20A7D45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17EF3C1-BA5A-FB29-F23F-5B62422DDF99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E89E8A6-02E2-26D2-C0A7-049DFABA844D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311E9208-A308-4CB1-6747-992889E645DF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BB10C2DB-13C6-B16F-043D-00CFA40AD5E8}"/>
              </a:ext>
            </a:extLst>
          </p:cNvPr>
          <p:cNvSpPr txBox="1"/>
          <p:nvPr/>
        </p:nvSpPr>
        <p:spPr>
          <a:xfrm>
            <a:off x="3832112" y="2130985"/>
            <a:ext cx="17235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弋，</a:t>
            </a:r>
            <a:r>
              <a:rPr lang="en-US" altLang="zh-CN" sz="2000" dirty="0">
                <a:latin typeface="+mn-ea"/>
              </a:rPr>
              <a:t>y</a:t>
            </a:r>
            <a:r>
              <a:rPr lang="zh-CN" altLang="en-US" sz="2000" dirty="0">
                <a:latin typeface="+mn-ea"/>
              </a:rPr>
              <a:t>迁移至</a:t>
            </a:r>
            <a:r>
              <a:rPr lang="en-US" altLang="zh-CN" sz="2000" dirty="0" err="1">
                <a:latin typeface="+mn-ea"/>
              </a:rPr>
              <a:t>i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E19D32F-00DF-51D1-E74C-DB748B67311A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800000"/>
                </a:highlight>
                <a:latin typeface="得意黑" pitchFamily="2" charset="-122"/>
                <a:ea typeface="得意黑" pitchFamily="2" charset="-122"/>
              </a:rPr>
              <a:t>别码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901707F-1362-F4E2-49D5-D4E1069B11FD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92D033B-3177-38D8-DB5A-48A6E8E9EED4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𢎃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yi4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i</a:t>
            </a:r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r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CC758B2-7147-D72D-1E36-6F5A43F12B8D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弋</a:t>
            </a:r>
          </a:p>
        </p:txBody>
      </p:sp>
    </p:spTree>
    <p:extLst>
      <p:ext uri="{BB962C8B-B14F-4D97-AF65-F5344CB8AC3E}">
        <p14:creationId xmlns:p14="http://schemas.microsoft.com/office/powerpoint/2010/main" val="21332807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568E8D-BC52-B7CE-64C0-32A46518FF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9061DB-B5ED-A725-9059-58817580E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I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虫</a:t>
            </a:r>
            <a:r>
              <a:rPr lang="zh-CN" altLang="zh-CN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页雨弋</a:t>
            </a:r>
            <a:r>
              <a:rPr lang="zh-CN" altLang="zh-CN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彐</a:t>
            </a:r>
            <a:r>
              <a:rPr lang="zh-CN" altLang="zh-CN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彑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臣赤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尺</a:t>
            </a:r>
            <a:endParaRPr lang="zh-CN" altLang="en-US" sz="2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E494C11-DA2A-F0E0-9C24-A85B85A6AF7E}"/>
              </a:ext>
            </a:extLst>
          </p:cNvPr>
          <p:cNvSpPr txBox="1"/>
          <p:nvPr/>
        </p:nvSpPr>
        <p:spPr>
          <a:xfrm>
            <a:off x="1264274" y="3789040"/>
            <a:ext cx="774571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io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BDB1C8C-0FCD-2282-10CF-ADADF823FD80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B06C4D8-EA06-9928-D9CC-252981DC70CB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A739068-9E0E-4762-FC10-9810B7DBDF31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AC24880-BD5E-1523-519A-D349E0DA17DB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47A41B5-F952-B332-0432-1B3EA0FD1675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86B38015-F229-F35C-A428-466AE3172B97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AC61F36C-F20D-C3CE-22F2-5232DC2DAEEC}"/>
              </a:ext>
            </a:extLst>
          </p:cNvPr>
          <p:cNvSpPr txBox="1"/>
          <p:nvPr/>
        </p:nvSpPr>
        <p:spPr>
          <a:xfrm>
            <a:off x="3832112" y="2130985"/>
            <a:ext cx="1467068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片假</a:t>
            </a:r>
            <a:r>
              <a:rPr lang="ja-JP" altLang="en-US" sz="2000" dirty="0">
                <a:latin typeface="+mn-ea"/>
              </a:rPr>
              <a:t>ヨ</a:t>
            </a:r>
            <a:r>
              <a:rPr lang="zh-CN" altLang="en-US" sz="2000" dirty="0">
                <a:latin typeface="+mn-ea"/>
              </a:rPr>
              <a:t>→</a:t>
            </a:r>
            <a:r>
              <a:rPr lang="en-US" altLang="zh-CN" sz="2000" dirty="0" err="1">
                <a:latin typeface="+mn-ea"/>
              </a:rPr>
              <a:t>yo</a:t>
            </a:r>
            <a:endParaRPr lang="en-US" altLang="zh-CN" sz="2000" dirty="0">
              <a:latin typeface="+mn-ea"/>
            </a:endParaRPr>
          </a:p>
          <a:p>
            <a:r>
              <a:rPr lang="en-US" altLang="zh-CN" sz="2000" dirty="0">
                <a:latin typeface="+mn-ea"/>
              </a:rPr>
              <a:t>y</a:t>
            </a:r>
            <a:r>
              <a:rPr lang="zh-CN" altLang="en-US" sz="2000" dirty="0">
                <a:latin typeface="+mn-ea"/>
              </a:rPr>
              <a:t>迁移至</a:t>
            </a:r>
            <a:r>
              <a:rPr lang="en-US" altLang="zh-CN" sz="2000" dirty="0" err="1">
                <a:latin typeface="+mn-ea"/>
              </a:rPr>
              <a:t>i</a:t>
            </a:r>
            <a:endParaRPr lang="en-US" altLang="zh-CN" sz="2000" dirty="0">
              <a:latin typeface="+mn-ea"/>
            </a:endParaRPr>
          </a:p>
          <a:p>
            <a:r>
              <a:rPr lang="zh-CN" altLang="en-US" sz="2000" dirty="0">
                <a:latin typeface="+mn-ea"/>
              </a:rPr>
              <a:t>有次取倾向</a:t>
            </a:r>
            <a:endParaRPr lang="en-US" altLang="zh-CN" sz="2000" dirty="0">
              <a:latin typeface="+mn-ea"/>
            </a:endParaRPr>
          </a:p>
          <a:p>
            <a:r>
              <a:rPr lang="en-US" altLang="zh-CN" sz="2000" dirty="0">
                <a:latin typeface="+mn-ea"/>
              </a:rPr>
              <a:t>ji4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BC80896-24F1-47F9-A36C-2079BD0ED328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800000"/>
                </a:highlight>
                <a:latin typeface="得意黑" pitchFamily="2" charset="-122"/>
                <a:ea typeface="得意黑" pitchFamily="2" charset="-122"/>
              </a:rPr>
              <a:t>别码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9867555-38CE-52E4-9F2E-42D146E21FC3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35E37CD-F95F-51BD-375A-72AE4EFBF47E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录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lu4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i</a:t>
            </a:r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u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EAD60DD-1FCC-43C3-7D39-F33006B52289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彐</a:t>
            </a:r>
          </a:p>
        </p:txBody>
      </p:sp>
    </p:spTree>
    <p:extLst>
      <p:ext uri="{BB962C8B-B14F-4D97-AF65-F5344CB8AC3E}">
        <p14:creationId xmlns:p14="http://schemas.microsoft.com/office/powerpoint/2010/main" val="18342325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E104D3-4251-1BE7-EDA5-EA7AC240D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FFDECC-5440-C793-B18A-6FD7C57F3F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I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虫</a:t>
            </a:r>
            <a:r>
              <a:rPr lang="zh-CN" altLang="zh-CN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页雨弋彐</a:t>
            </a:r>
            <a:r>
              <a:rPr lang="zh-CN" altLang="zh-CN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彑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臣赤</a:t>
            </a:r>
            <a:endParaRPr lang="zh-CN" altLang="en-US" sz="2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864AC85-FAD5-4B6C-F1A8-F21AAF8D8865}"/>
              </a:ext>
            </a:extLst>
          </p:cNvPr>
          <p:cNvSpPr txBox="1"/>
          <p:nvPr/>
        </p:nvSpPr>
        <p:spPr>
          <a:xfrm>
            <a:off x="1264274" y="3789040"/>
            <a:ext cx="740908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ih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7300E4-D633-01AE-0E30-95F80E02AD71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C6C2948-74F7-CDF5-93D5-D2B7EF79B805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34FC4F9-9957-B50D-FF4C-DDB4840468AF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C96FC4B-479B-A4C3-3F60-5480D8AAA0F2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615994A-6FFB-EABA-C334-F0CC37474D3A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7BB8424F-A503-3F1F-95B2-69C507ECA66B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2FC9FBF3-8950-BD1D-6B73-80EC35462D82}"/>
              </a:ext>
            </a:extLst>
          </p:cNvPr>
          <p:cNvSpPr txBox="1"/>
          <p:nvPr/>
        </p:nvSpPr>
        <p:spPr>
          <a:xfrm>
            <a:off x="3832112" y="2130985"/>
            <a:ext cx="14670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“彐”变体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12FDC4E-B890-226E-2C71-3480F1465D42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800000"/>
                </a:highlight>
                <a:latin typeface="得意黑" pitchFamily="2" charset="-122"/>
                <a:ea typeface="得意黑" pitchFamily="2" charset="-122"/>
              </a:rPr>
              <a:t>别码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8D1AA47-2B70-F7BC-A2A6-6F40F8113996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5B04A72-D813-1BB2-440C-A2E840CD49C8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彘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vi4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i</a:t>
            </a:r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b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903844B-6DD5-15A7-A541-71D0EF21548F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彑</a:t>
            </a:r>
          </a:p>
        </p:txBody>
      </p:sp>
    </p:spTree>
    <p:extLst>
      <p:ext uri="{BB962C8B-B14F-4D97-AF65-F5344CB8AC3E}">
        <p14:creationId xmlns:p14="http://schemas.microsoft.com/office/powerpoint/2010/main" val="26973999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10632F-4955-9DBF-E821-EBF3D3DA5A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288EF8-184C-5F4A-DE35-237BE6B4DF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I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虫</a:t>
            </a:r>
            <a:r>
              <a:rPr lang="zh-CN" altLang="zh-CN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页雨弋彐彑</a:t>
            </a:r>
            <a:r>
              <a:rPr lang="zh-CN" altLang="zh-CN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臣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赤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尺</a:t>
            </a:r>
            <a:endParaRPr lang="zh-CN" altLang="en-US" sz="2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DE5EC11-85CB-409A-64F8-A869D338A3DB}"/>
              </a:ext>
            </a:extLst>
          </p:cNvPr>
          <p:cNvSpPr txBox="1"/>
          <p:nvPr/>
        </p:nvSpPr>
        <p:spPr>
          <a:xfrm>
            <a:off x="1264274" y="3789040"/>
            <a:ext cx="574196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if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B54CA84-D07F-8028-8703-A71944F5F6B0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DAB28FD-AE3C-FE13-18BF-5AF7A31F42E8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2A92FD7-87CF-EE14-9588-517547EA2AAE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4CDA125-9472-C1A3-4329-7FC69BC75261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32242DB-6C42-C813-C684-FBC6E7B6A238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1A11178A-E533-0BC3-2AA5-336615E9D12C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4546B45C-5824-5A5F-435A-A89F3BAC6058}"/>
              </a:ext>
            </a:extLst>
          </p:cNvPr>
          <p:cNvSpPr txBox="1"/>
          <p:nvPr/>
        </p:nvSpPr>
        <p:spPr>
          <a:xfrm>
            <a:off x="3832112" y="2130985"/>
            <a:ext cx="169790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臣</a:t>
            </a:r>
            <a:endParaRPr lang="en-US" altLang="zh-CN" sz="2000" dirty="0">
              <a:latin typeface="+mn-ea"/>
            </a:endParaRPr>
          </a:p>
          <a:p>
            <a:r>
              <a:rPr lang="zh-CN" altLang="en-US" sz="2000" dirty="0">
                <a:latin typeface="+mn-ea"/>
              </a:rPr>
              <a:t>有变体“</a:t>
            </a:r>
            <a:r>
              <a:rPr lang="zh-CN" altLang="en-US" dirty="0"/>
              <a:t>𦣞</a:t>
            </a:r>
            <a:r>
              <a:rPr lang="zh-CN" altLang="en-US" sz="2000" dirty="0">
                <a:latin typeface="+mn-ea"/>
              </a:rPr>
              <a:t>”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5A437A9-B7A9-558F-60E9-B00C0F7FB547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4674646-2996-5A3F-0D58-C12720325E84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A451DB1-86B7-22F6-E6E6-E1311246F8E2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卧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wo4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i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383733F-70CE-9BDA-AC18-B91A5E073122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臣</a:t>
            </a:r>
          </a:p>
        </p:txBody>
      </p:sp>
    </p:spTree>
    <p:extLst>
      <p:ext uri="{BB962C8B-B14F-4D97-AF65-F5344CB8AC3E}">
        <p14:creationId xmlns:p14="http://schemas.microsoft.com/office/powerpoint/2010/main" val="38267722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5A5F99-DA32-6D74-5C0C-494BAAEB4D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0802F6-A022-923D-5585-D3CF3633FA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I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虫</a:t>
            </a:r>
            <a:r>
              <a:rPr lang="zh-CN" altLang="zh-CN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页雨弋彐彑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臣</a:t>
            </a:r>
            <a:r>
              <a:rPr lang="zh-CN" altLang="zh-CN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赤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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尺</a:t>
            </a:r>
            <a:endParaRPr lang="zh-CN" altLang="en-US" sz="2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4692F32-D8BA-330C-BCF2-CD5F5784391F}"/>
              </a:ext>
            </a:extLst>
          </p:cNvPr>
          <p:cNvSpPr txBox="1"/>
          <p:nvPr/>
        </p:nvSpPr>
        <p:spPr>
          <a:xfrm>
            <a:off x="1264274" y="3789040"/>
            <a:ext cx="588623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it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01FA7B5-2043-2FCE-1EBF-F59E6761407F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8AE3FEF-D24D-998B-26F5-B183D73412C0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56C866-8D34-8F79-47DA-071073E470D5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CF20077-0B57-0927-D57F-31899C39E976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60AEDDC-F0C2-7FA6-F801-AC93A543417C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B7441E7F-955B-F886-A060-23751749D742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044C05D4-71A0-AD9C-6815-171F871EB762}"/>
              </a:ext>
            </a:extLst>
          </p:cNvPr>
          <p:cNvSpPr txBox="1"/>
          <p:nvPr/>
        </p:nvSpPr>
        <p:spPr>
          <a:xfrm>
            <a:off x="3832112" y="2130985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赤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66F18F4-27C7-3B25-935B-088246BA04AB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741CF19-888E-8CED-57E5-5769E650BF9A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B2A39C2-D164-CD79-42AD-57132FD13AB6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赫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he4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i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782D836-0A07-6C16-C4DF-CEA8534A179C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赤</a:t>
            </a:r>
          </a:p>
        </p:txBody>
      </p:sp>
    </p:spTree>
    <p:extLst>
      <p:ext uri="{BB962C8B-B14F-4D97-AF65-F5344CB8AC3E}">
        <p14:creationId xmlns:p14="http://schemas.microsoft.com/office/powerpoint/2010/main" val="13914400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14186D-12E5-E8AC-666B-E148597147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3F08C72-D267-6DC9-5E30-91C0DF8F59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I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虫</a:t>
            </a:r>
            <a:r>
              <a:rPr lang="zh-CN" altLang="zh-CN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页雨弋彐彑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臣</a:t>
            </a:r>
            <a:r>
              <a:rPr lang="zh-CN" altLang="zh-CN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赤</a:t>
            </a:r>
            <a:r>
              <a:rPr lang="zh-CN" altLang="zh-CN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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尺</a:t>
            </a:r>
            <a:endParaRPr lang="zh-CN" altLang="en-US" sz="2800" dirty="0">
              <a:solidFill>
                <a:srgbClr val="4BC5B9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A5ED1F9-808A-EDA5-CD4A-6A9866062809}"/>
              </a:ext>
            </a:extLst>
          </p:cNvPr>
          <p:cNvSpPr txBox="1"/>
          <p:nvPr/>
        </p:nvSpPr>
        <p:spPr>
          <a:xfrm>
            <a:off x="1264274" y="3789040"/>
            <a:ext cx="761747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ip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9C67B5C-6D0F-B3A9-2908-F3208EB6E979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03330BE-7964-4B0F-C3E0-F61A89C1F150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713483E-0DA1-C836-5796-030C3E8C23D9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B179242-F533-7413-506B-9C712B8BA53E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7D6053F-A9B8-F930-E8BC-5854C0F6FAFA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496152C3-9E9D-7A1A-AD5D-DB264060B44E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36CC14E4-4135-1520-11D1-16AB433478FD}"/>
              </a:ext>
            </a:extLst>
          </p:cNvPr>
          <p:cNvSpPr txBox="1"/>
          <p:nvPr/>
        </p:nvSpPr>
        <p:spPr>
          <a:xfrm>
            <a:off x="3832112" y="2130985"/>
            <a:ext cx="6976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春</a:t>
            </a:r>
            <a:endParaRPr lang="en-US" altLang="zh-CN" sz="2000" dirty="0">
              <a:latin typeface="+mn-ea"/>
            </a:endParaRPr>
          </a:p>
          <a:p>
            <a:r>
              <a:rPr lang="zh-CN" altLang="en-US" sz="2000" dirty="0">
                <a:latin typeface="+mn-ea"/>
              </a:rPr>
              <a:t>次取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42D5D0F-526C-F6E3-908A-0E48EE71066A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9F6D084-F280-AED1-9FE0-A4C1BD6DA035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1847E9A-7746-9FE0-56F4-4D5789097081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奉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fg4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i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689568F-83B1-AC47-E100-E6CBD027262B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zh-CN" sz="13800" dirty="0">
                <a:solidFill>
                  <a:srgbClr val="FFC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</a:t>
            </a:r>
            <a:endParaRPr lang="zh-CN" altLang="en-US" sz="199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270139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47FC2E-B012-6E56-66C0-6A7CA9B569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64A9D9-A887-6409-A2EA-0EEC785265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I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虫</a:t>
            </a:r>
            <a:r>
              <a:rPr lang="zh-CN" altLang="zh-CN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页雨弋彐彑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臣</a:t>
            </a:r>
            <a:r>
              <a:rPr lang="zh-CN" altLang="zh-CN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赤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尺</a:t>
            </a:r>
            <a:endParaRPr lang="zh-CN" altLang="en-US" sz="2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2F7FE28-82CA-E298-78F4-E402BAB90A7D}"/>
              </a:ext>
            </a:extLst>
          </p:cNvPr>
          <p:cNvSpPr txBox="1"/>
          <p:nvPr/>
        </p:nvSpPr>
        <p:spPr>
          <a:xfrm>
            <a:off x="1264274" y="3789040"/>
            <a:ext cx="534121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ii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61682CD-578F-CEB3-8340-65C82243BB4C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1EBBD3A-F645-4979-D350-60AF30FEE600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102FAC1-E814-C41D-EB63-5899F60F0542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ABE014A-BBA3-B341-11B6-6D873DEFE541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8411A72-8A91-F81A-5A7C-A96EAE77ECA9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7E3DBD5D-FB56-3A36-7710-18BC41A0899B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AF84AA4F-7F22-C283-8FD7-9EA3489EEE7F}"/>
              </a:ext>
            </a:extLst>
          </p:cNvPr>
          <p:cNvSpPr txBox="1"/>
          <p:nvPr/>
        </p:nvSpPr>
        <p:spPr>
          <a:xfrm>
            <a:off x="3832112" y="2130985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尺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B4B25C0-A218-8B30-3E4F-607C5F3E5FE7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07D94B0-692A-5FD3-597F-8F3C88E261EB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20C2A70-4840-8D29-9F9A-06B23E9E6623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咫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vi3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i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CF4810F-E6BC-8D08-3336-3D74AFAF0702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尺</a:t>
            </a:r>
            <a:endParaRPr lang="zh-CN" altLang="en-US" sz="199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162267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D38E47-C879-CCC8-0236-2D8A092496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3805AC-CFF7-9095-556A-5FFB145D72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J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金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巾廴冂几𠘨卩己见斤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皀</a:t>
            </a:r>
            <a:endParaRPr lang="zh-CN" altLang="en-US" sz="24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77C73AA-7AD1-BE56-4750-906F0F2F2362}"/>
              </a:ext>
            </a:extLst>
          </p:cNvPr>
          <p:cNvSpPr txBox="1"/>
          <p:nvPr/>
        </p:nvSpPr>
        <p:spPr>
          <a:xfrm>
            <a:off x="1264274" y="3789040"/>
            <a:ext cx="617477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jr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7DBB4AA-90F1-1A60-B01D-CD1D71B83902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570B37B-3213-0835-2D75-E95C7B77F0EC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C9DF85B-9F3D-EB95-1FE1-717D2A48DB2A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29E0A14-D501-7E8F-E664-0FF072860999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D0D8B49-BA4C-61CE-F3A1-96883DBB5922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4F5625EF-FC04-F8DB-A5D4-75430845776B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7C3A629F-B2CC-E21B-C716-2AE7A7049862}"/>
              </a:ext>
            </a:extLst>
          </p:cNvPr>
          <p:cNvSpPr txBox="1"/>
          <p:nvPr/>
        </p:nvSpPr>
        <p:spPr>
          <a:xfrm>
            <a:off x="3832112" y="2130985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金钅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E523AD0-703B-4F39-298A-9D4B5B8A914C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283B28E-910C-68C5-0D77-27C399154E5D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04039F7-2D83-7E97-51F8-C08F5DCDDFDC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铁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tx3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j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CF52A07-D0A2-811B-B01D-5687BCF9B2B7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金</a:t>
            </a:r>
            <a:endParaRPr lang="zh-CN" altLang="en-US" sz="199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29810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31E5DB-6C19-DF76-02F3-9829BDC95A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4F2E8D-FF3C-DEEF-0272-81AB32FB35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J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金</a:t>
            </a:r>
            <a:r>
              <a:rPr lang="zh-CN" altLang="zh-CN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巾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廴冂几𠘨卩己见斤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皀</a:t>
            </a:r>
            <a:endParaRPr lang="zh-CN" altLang="en-US" sz="24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C600F1C-D0A0-B9FB-6915-84AC739D794A}"/>
              </a:ext>
            </a:extLst>
          </p:cNvPr>
          <p:cNvSpPr txBox="1"/>
          <p:nvPr/>
        </p:nvSpPr>
        <p:spPr>
          <a:xfrm>
            <a:off x="1264274" y="3789040"/>
            <a:ext cx="756938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jn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3D3947F-A792-468D-9AE5-1FD3CFF84C00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1414623-F4E5-7086-BEED-B3AA9920D876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59DC7F9-86C9-B8A9-969D-C8011FFDA17B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CFB6587-875E-8044-8C9B-1E7FB4D1BE78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194DCCC-45F2-F294-4FFA-177D84BEDF53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05E11F46-1D08-712C-AAF9-C68D11A45B9C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B489F2EE-3643-29B1-1EB9-64EE10AE2D90}"/>
              </a:ext>
            </a:extLst>
          </p:cNvPr>
          <p:cNvSpPr txBox="1"/>
          <p:nvPr/>
        </p:nvSpPr>
        <p:spPr>
          <a:xfrm>
            <a:off x="3832112" y="2130985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巾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463C2A4-22A3-9CB1-D8D5-303990C5C2E8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1B3BE9E-BA52-0128-7139-B1B86224CB5E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08477CF-8A25-C5F9-6F34-BD157008433F}"/>
              </a:ext>
            </a:extLst>
          </p:cNvPr>
          <p:cNvSpPr txBox="1"/>
          <p:nvPr/>
        </p:nvSpPr>
        <p:spPr>
          <a:xfrm>
            <a:off x="6108910" y="1787617"/>
            <a:ext cx="2062626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帖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tx3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j</a:t>
            </a:r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v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tx4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j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tx1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j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49F66AF-D56E-AF99-8977-6B0362F4D01D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巾</a:t>
            </a:r>
            <a:endParaRPr lang="zh-CN" altLang="en-US" sz="199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171991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B6DE76-4D49-44E0-A67F-28003AE500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DE8FA1-CE02-4AEB-219B-E53D9766B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J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金巾</a:t>
            </a:r>
            <a:r>
              <a:rPr lang="zh-CN" altLang="zh-CN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廴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冂几𠘨卩己见斤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皀</a:t>
            </a:r>
            <a:endParaRPr lang="zh-CN" altLang="en-US" sz="24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9B39CFF-EF97-8087-101D-6294399442CE}"/>
              </a:ext>
            </a:extLst>
          </p:cNvPr>
          <p:cNvSpPr txBox="1"/>
          <p:nvPr/>
        </p:nvSpPr>
        <p:spPr>
          <a:xfrm>
            <a:off x="1264274" y="3789040"/>
            <a:ext cx="678391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jz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11CE42C-3BF3-DD24-E6F8-B7E2834515F7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C51A266-D0F5-734C-9A50-7EE21CEF0ABC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76080B7-FCB2-9B18-3213-EF5559DF0344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4774F03-6511-227F-D5A7-61AAB0031DEE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AE27DA6-A80D-F9E0-9578-05C6E924E0AE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90A8922D-D486-67A7-AE5C-8A34F6F2FEC9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D1CBA486-2D23-9C12-6312-68F5E588E1C5}"/>
              </a:ext>
            </a:extLst>
          </p:cNvPr>
          <p:cNvSpPr txBox="1"/>
          <p:nvPr/>
        </p:nvSpPr>
        <p:spPr>
          <a:xfrm>
            <a:off x="3832112" y="2130985"/>
            <a:ext cx="172354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建</a:t>
            </a:r>
            <a:endParaRPr lang="en-US" altLang="zh-CN" sz="2000" dirty="0">
              <a:latin typeface="+mn-ea"/>
            </a:endParaRPr>
          </a:p>
          <a:p>
            <a:r>
              <a:rPr lang="zh-CN" altLang="en-US" sz="2000" dirty="0">
                <a:latin typeface="+mn-ea"/>
              </a:rPr>
              <a:t>无视“</a:t>
            </a:r>
            <a:r>
              <a:rPr lang="en-US" altLang="zh-CN" sz="2000" dirty="0">
                <a:latin typeface="+mn-ea"/>
              </a:rPr>
              <a:t>yin2</a:t>
            </a:r>
            <a:r>
              <a:rPr lang="zh-CN" altLang="en-US" sz="2000" dirty="0">
                <a:latin typeface="+mn-ea"/>
              </a:rPr>
              <a:t>”</a:t>
            </a:r>
            <a:endParaRPr lang="en-US" altLang="zh-CN" sz="2000" dirty="0">
              <a:latin typeface="+mn-ea"/>
            </a:endParaRPr>
          </a:p>
          <a:p>
            <a:r>
              <a:rPr lang="zh-CN" altLang="en-US" sz="2000" dirty="0">
                <a:latin typeface="+mn-ea"/>
              </a:rPr>
              <a:t>有一定优先性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2F4DA01-0CA9-9353-32A6-83DC2EDAF91D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B96C316-B483-2D67-BD54-BE37D86E4654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4B07622-25FA-BE42-6D09-87A2DCE25EF8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延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yj2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j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957B2BD-2A84-F759-620A-320274136104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廴</a:t>
            </a:r>
            <a:endParaRPr lang="zh-CN" altLang="en-US" sz="199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475757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EC7287-E761-9BE8-DFFF-B980F705BC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ABF355-C650-7327-EF4C-B0DDD1F23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J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金巾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廴</a:t>
            </a:r>
            <a:r>
              <a:rPr lang="zh-CN" altLang="zh-CN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冂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几𠘨卩己见斤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皀</a:t>
            </a:r>
            <a:endParaRPr lang="zh-CN" altLang="en-US" sz="24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B1F4312-EE9B-F1E1-1D41-88C55FB7140A}"/>
              </a:ext>
            </a:extLst>
          </p:cNvPr>
          <p:cNvSpPr txBox="1"/>
          <p:nvPr/>
        </p:nvSpPr>
        <p:spPr>
          <a:xfrm>
            <a:off x="1264274" y="3789040"/>
            <a:ext cx="596638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jt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181E442-8BD5-23ED-2729-FE4143E94F95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F5F857A-49CF-EF5A-13A8-7FA1091AE60D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1EB4D03-E577-3897-E254-54313DE1A6B9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15220B5-2389-BB54-248D-59392D911DBE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4A97DFA-F0EF-5627-027E-13EE167B2732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7B7C05EC-E043-1672-EE4A-11E422AB2883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FD6A1E0C-0A2B-3D20-374F-6CD2F04824C7}"/>
              </a:ext>
            </a:extLst>
          </p:cNvPr>
          <p:cNvSpPr txBox="1"/>
          <p:nvPr/>
        </p:nvSpPr>
        <p:spPr>
          <a:xfrm>
            <a:off x="3832112" y="2130985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冂</a:t>
            </a:r>
            <a:r>
              <a:rPr lang="en-US" altLang="zh-CN" sz="2000" dirty="0">
                <a:latin typeface="+mn-ea"/>
              </a:rPr>
              <a:t>jiong3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EF89859-F1CD-7A26-9086-CE295FB4DB17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CCC0D89-6DA8-439C-FDCF-C7FB9A551021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F4DFE52-55A7-FBA0-5FE9-CF080B70DBA3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网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wh3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j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45F3342-BBEA-EC68-17BF-DD93378ED598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冂</a:t>
            </a:r>
            <a:endParaRPr lang="zh-CN" altLang="en-US" sz="199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869819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1B87AE-F604-4122-E012-1ADB2683F4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132F41-1F24-920F-F7CF-B8E558B39A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J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金巾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廴</a:t>
            </a:r>
            <a:r>
              <a:rPr lang="zh-CN" altLang="zh-CN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冂</a:t>
            </a:r>
            <a:r>
              <a:rPr lang="zh-CN" altLang="zh-CN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几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𠘨卩己见斤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皀</a:t>
            </a:r>
            <a:endParaRPr lang="zh-CN" altLang="en-US" sz="24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79E5FD2-F69A-77EB-704E-459C7DD4480B}"/>
              </a:ext>
            </a:extLst>
          </p:cNvPr>
          <p:cNvSpPr txBox="1"/>
          <p:nvPr/>
        </p:nvSpPr>
        <p:spPr>
          <a:xfrm>
            <a:off x="1264274" y="3789040"/>
            <a:ext cx="542136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ji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18A2C3A-17F3-DDE9-1424-C11F628203A5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5DAC685-3702-B2C1-570A-7161C08D18A5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7896BD2-4037-CF8D-6FE6-F1341F00CFC9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841276B-0BC0-A253-BB43-7A51682CC99C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845B83A-992A-F8CA-AFEF-8C7BF5B262D4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352D8EC7-6C76-D458-F501-231C52E6B3C4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8EE5EE6D-74D8-6051-5EB1-F4E1D2D6B73E}"/>
              </a:ext>
            </a:extLst>
          </p:cNvPr>
          <p:cNvSpPr txBox="1"/>
          <p:nvPr/>
        </p:nvSpPr>
        <p:spPr>
          <a:xfrm>
            <a:off x="3832112" y="2130985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几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F89D1BD-F5C2-6A49-7B0B-62AF9D24B037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BF0B152-383A-A57A-93A0-187FBD7822DF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A826173-03B1-8339-97EB-83E62C7887AF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凡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fj2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j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CA61908-4E84-458B-680B-62B814FE3F39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几</a:t>
            </a:r>
            <a:endParaRPr lang="zh-CN" altLang="en-US" sz="199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511796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A7A33A-6322-59F0-3A31-FEFDC3DF60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90D682-30F8-5A7C-92D4-7A23217A2D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J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金巾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廴</a:t>
            </a:r>
            <a:r>
              <a:rPr lang="zh-CN" altLang="zh-CN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冂几</a:t>
            </a:r>
            <a:r>
              <a:rPr lang="zh-CN" altLang="zh-CN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𠘨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卩己见斤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皀</a:t>
            </a:r>
            <a:endParaRPr lang="zh-CN" altLang="en-US" sz="24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95C2D7C-5087-36D2-8C96-CA8EB51748E3}"/>
              </a:ext>
            </a:extLst>
          </p:cNvPr>
          <p:cNvSpPr txBox="1"/>
          <p:nvPr/>
        </p:nvSpPr>
        <p:spPr>
          <a:xfrm>
            <a:off x="1264274" y="3789040"/>
            <a:ext cx="582211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jf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18DBA0D-9A9A-A2A0-E01D-6CD3E2FAE557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4341A19-291D-02E5-F2A4-E57D0D5C7C88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7FA447A-273E-2C26-9428-01DC8AF6B1FD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A06C825-7C34-1248-9179-6E3B76F3C9C3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D4B02C0-BF9D-5E45-D735-A8F39815272E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5E68277F-3C37-5314-8609-12B21292426B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245AA1F6-B37C-42BE-EF35-E5BB004EF330}"/>
              </a:ext>
            </a:extLst>
          </p:cNvPr>
          <p:cNvSpPr txBox="1"/>
          <p:nvPr/>
        </p:nvSpPr>
        <p:spPr>
          <a:xfrm>
            <a:off x="3832112" y="2130985"/>
            <a:ext cx="24929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风字框，“几”变体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7323542-83A8-B033-7D9A-21453665F603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D7F3A52-810A-8D28-E12F-3497EE200EC1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EC0AB2D-6802-CF7F-144E-53A0B5352BBF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凰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hd2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j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ABABCB1-3C6D-6950-4625-A626FDF6B358}"/>
              </a:ext>
            </a:extLst>
          </p:cNvPr>
          <p:cNvSpPr txBox="1"/>
          <p:nvPr/>
        </p:nvSpPr>
        <p:spPr>
          <a:xfrm>
            <a:off x="858884" y="1535417"/>
            <a:ext cx="1659429" cy="1862048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15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𠘨</a:t>
            </a:r>
            <a:endParaRPr lang="zh-CN" altLang="en-US" sz="166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462413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6AB831-92EB-59AE-02CC-E334302261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B3AB19-89EE-72BF-3D7A-B5F5B8DCF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J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金巾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廴</a:t>
            </a:r>
            <a:r>
              <a:rPr lang="zh-CN" altLang="zh-CN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冂几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𠘨</a:t>
            </a:r>
            <a:r>
              <a:rPr lang="zh-CN" altLang="zh-CN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卩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己见斤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皀</a:t>
            </a:r>
            <a:endParaRPr lang="zh-CN" altLang="en-US" sz="24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F08DC30-59F5-4B1E-4B11-21C6D651414B}"/>
              </a:ext>
            </a:extLst>
          </p:cNvPr>
          <p:cNvSpPr txBox="1"/>
          <p:nvPr/>
        </p:nvSpPr>
        <p:spPr>
          <a:xfrm>
            <a:off x="1264274" y="3789040"/>
            <a:ext cx="604653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js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F1522D5-78D6-BE75-2DC7-722D36D5166B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86BB8F9-9F24-AD84-546D-096EEBD6B7A7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38684E7-C94B-C7C3-41FD-F09BD569D14F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ECD0F2B-EDE5-F9E5-C6A5-0275826AE153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EEC792E-C277-1FFD-0F17-0E4FF4098E5D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78768748-700C-7B5A-E8F2-EECBEC0D832C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1A95072F-E980-9478-5629-311A706B8687}"/>
              </a:ext>
            </a:extLst>
          </p:cNvPr>
          <p:cNvSpPr txBox="1"/>
          <p:nvPr/>
        </p:nvSpPr>
        <p:spPr>
          <a:xfrm>
            <a:off x="3832112" y="2130985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卩</a:t>
            </a:r>
            <a:r>
              <a:rPr lang="en-US" altLang="zh-CN" sz="2000" dirty="0">
                <a:latin typeface="+mn-ea"/>
              </a:rPr>
              <a:t>jie2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1EA6DD0-A1CF-0837-75E5-885C80FABE84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E051316-C311-20C9-D948-294A2ADA5781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ADAAB3D-4158-D08A-640D-DCB9CE23D914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却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qt4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j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D6BD4CD-BF82-2C43-DB20-18A4229D871D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卩</a:t>
            </a:r>
            <a:endParaRPr lang="zh-CN" altLang="en-US" sz="199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668390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9F0733-D53A-AEEE-FC19-2CFF450661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942458-1C20-33E2-3AED-81A93CB5B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J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金巾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廴</a:t>
            </a:r>
            <a:r>
              <a:rPr lang="zh-CN" altLang="zh-CN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冂几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𠘨</a:t>
            </a:r>
            <a:r>
              <a:rPr lang="zh-CN" altLang="zh-CN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卩</a:t>
            </a:r>
            <a:r>
              <a:rPr lang="zh-CN" altLang="zh-CN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己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见斤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皀</a:t>
            </a:r>
            <a:endParaRPr lang="zh-CN" altLang="en-US" sz="24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22A354E-4DE8-059D-39B2-BDCCA1A4C685}"/>
              </a:ext>
            </a:extLst>
          </p:cNvPr>
          <p:cNvSpPr txBox="1"/>
          <p:nvPr/>
        </p:nvSpPr>
        <p:spPr>
          <a:xfrm>
            <a:off x="1264274" y="3789040"/>
            <a:ext cx="936475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jw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6BCD6C5-DCC6-94DD-7E60-312577179200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52770F5-2A8B-BE29-6F8F-9CA5E93E06EC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A62A7F8-02AF-1603-4A46-C247542DA386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E32CD96-CBBE-8ED7-80E6-7F4CD37C4431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6D1460A-A0C3-81B0-A519-4D8F0FB47DCC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AD17A6FB-FE6B-E480-E85F-3EFCA3B06ADB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A5F88933-56B2-7FBE-5B31-3F1E6C0BDA9E}"/>
              </a:ext>
            </a:extLst>
          </p:cNvPr>
          <p:cNvSpPr txBox="1"/>
          <p:nvPr/>
        </p:nvSpPr>
        <p:spPr>
          <a:xfrm>
            <a:off x="3832112" y="2130985"/>
            <a:ext cx="12105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己</a:t>
            </a:r>
            <a:endParaRPr lang="en-US" altLang="zh-CN" sz="2000" dirty="0">
              <a:latin typeface="+mn-ea"/>
            </a:endParaRPr>
          </a:p>
          <a:p>
            <a:r>
              <a:rPr lang="zh-CN" altLang="en-US" sz="2000" dirty="0">
                <a:latin typeface="+mn-ea"/>
              </a:rPr>
              <a:t>暂无例字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AC38787-E6D5-E66E-C6BB-F1F1BF6D5446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CB75224-BF52-BB51-8AD2-4CAFC7C4CB9F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E39B98A-EB7F-D046-DA0D-43E57B261BC9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-</a:t>
            </a:r>
            <a:endParaRPr lang="zh-CN" altLang="en-US" sz="4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ctr"/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-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E9C7E0A-735F-2762-DFB7-7A1C230355CA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己</a:t>
            </a:r>
            <a:endParaRPr lang="zh-CN" altLang="en-US" sz="199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697806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C37676-2FB5-5740-9832-249F7C7DB9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E56FD6-66A0-F715-8C4C-6F1EF28E8D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J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金巾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廴</a:t>
            </a:r>
            <a:r>
              <a:rPr lang="zh-CN" altLang="zh-CN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冂几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𠘨</a:t>
            </a:r>
            <a:r>
              <a:rPr lang="zh-CN" altLang="zh-CN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卩己</a:t>
            </a:r>
            <a:r>
              <a:rPr lang="zh-CN" altLang="zh-CN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见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斤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皀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祭</a:t>
            </a:r>
            <a:endParaRPr lang="zh-CN" altLang="en-US" sz="24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6B86D6A-5B11-B42C-9BE2-8B2F697819C4}"/>
              </a:ext>
            </a:extLst>
          </p:cNvPr>
          <p:cNvSpPr txBox="1"/>
          <p:nvPr/>
        </p:nvSpPr>
        <p:spPr>
          <a:xfrm>
            <a:off x="1264274" y="3789040"/>
            <a:ext cx="957313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jm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82481AF-91B7-E2C8-EBFE-6A3623F81DC4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E53A208-58E2-718A-9D04-CC9FBE7BE5EF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37EC43D-0D32-8A1D-85AA-CF2CC1CF0CF0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27E94B4-50E5-8609-95C3-38C048995804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BDDE97F-486B-5657-949A-770B92BC22D7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863F72B2-0CC3-F11A-AE11-C7E403E9DA0C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FDF00F19-A4D8-D9E4-60A2-38CE2C82F5FD}"/>
              </a:ext>
            </a:extLst>
          </p:cNvPr>
          <p:cNvSpPr txBox="1"/>
          <p:nvPr/>
        </p:nvSpPr>
        <p:spPr>
          <a:xfrm>
            <a:off x="3832112" y="2130985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见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BBA1B49-CC4F-7658-72ED-C3B87BB90247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16CB1CE-F435-D7AC-B31C-F4681D0E2A0D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297BE41-DC80-B2CE-60F4-C345DF04861A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觐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jn4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j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5D9F564-002C-F440-26CD-B5497D08BF69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见</a:t>
            </a:r>
            <a:endParaRPr lang="zh-CN" altLang="en-US" sz="199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249860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A1CF80-62F2-8A3F-6B22-B3304D3640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9358F1-0DEC-3EA2-DA32-F8F845FA63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J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金巾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廴</a:t>
            </a:r>
            <a:r>
              <a:rPr lang="zh-CN" altLang="zh-CN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冂几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𠘨</a:t>
            </a:r>
            <a:r>
              <a:rPr lang="zh-CN" altLang="zh-CN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卩己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见</a:t>
            </a:r>
            <a:r>
              <a:rPr lang="zh-CN" altLang="zh-CN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斤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皀</a:t>
            </a:r>
            <a:endParaRPr lang="zh-CN" altLang="en-US" sz="24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7C8B639-BD77-4F72-4C6D-BAE423386EFC}"/>
              </a:ext>
            </a:extLst>
          </p:cNvPr>
          <p:cNvSpPr txBox="1"/>
          <p:nvPr/>
        </p:nvSpPr>
        <p:spPr>
          <a:xfrm>
            <a:off x="1264274" y="3789040"/>
            <a:ext cx="769763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jp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751A826-E666-B26F-0378-571EC22EA6BF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00FEE3B-2F5D-5CD3-2C60-2C3FBD9D71B4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585B510-753A-BA15-138B-073B5BA1A206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0660D0A-7A90-8AD0-ED2D-FF1261B34803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CE08083-2926-FD91-9D60-085F73647025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1834383F-3945-DDDA-E63F-07F1A7D79CEF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25EE3940-3491-F627-ABC4-639C56DBBB7D}"/>
              </a:ext>
            </a:extLst>
          </p:cNvPr>
          <p:cNvSpPr txBox="1"/>
          <p:nvPr/>
        </p:nvSpPr>
        <p:spPr>
          <a:xfrm>
            <a:off x="3832112" y="2130985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斤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2B20D29-378B-6263-528D-ECBF6EC50D5C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783C5F7-803E-B99B-43CE-AA73F282BCA2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4752031-91EF-36F2-9A8F-C5ECF789C242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斯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si1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j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FA1D378-16C6-BF8A-17A3-2E807B683155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斤</a:t>
            </a:r>
            <a:endParaRPr lang="zh-CN" altLang="en-US" sz="199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339878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856313-A306-AFD6-07BF-E7AF1A14C6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346E82-711F-F264-68EE-F4A8C7F748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J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金巾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廴</a:t>
            </a:r>
            <a:r>
              <a:rPr lang="zh-CN" altLang="zh-CN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冂几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𠘨</a:t>
            </a:r>
            <a:r>
              <a:rPr lang="zh-CN" altLang="zh-CN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卩己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见</a:t>
            </a:r>
            <a:r>
              <a:rPr lang="zh-CN" altLang="zh-CN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斤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皀</a:t>
            </a:r>
            <a:endParaRPr lang="zh-CN" altLang="en-US" sz="24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5344C9D-8DD6-8BF2-39DD-D5109A6D2083}"/>
              </a:ext>
            </a:extLst>
          </p:cNvPr>
          <p:cNvSpPr txBox="1"/>
          <p:nvPr/>
        </p:nvSpPr>
        <p:spPr>
          <a:xfrm>
            <a:off x="1264274" y="3789040"/>
            <a:ext cx="768159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jd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5780C50-8E04-B49B-DF55-9D064F56236A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7150F14-8345-DBFA-EF3E-8346DE1E95CA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6364B2E-AD95-73D8-832E-A5747F036863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ED47E8D-9174-4943-2C52-754B7223E7C2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75362D6-30EC-AC2B-56B1-37DEF9575CBF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A8C80A4D-A505-8584-89F4-B3E85E5C650A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5829FDB7-2685-5344-AD64-94F677B4F34C}"/>
              </a:ext>
            </a:extLst>
          </p:cNvPr>
          <p:cNvSpPr txBox="1"/>
          <p:nvPr/>
        </p:nvSpPr>
        <p:spPr>
          <a:xfrm>
            <a:off x="3832112" y="2130985"/>
            <a:ext cx="8258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皀</a:t>
            </a:r>
            <a:r>
              <a:rPr lang="en-US" altLang="zh-CN" sz="2000" dirty="0">
                <a:latin typeface="+mn-ea"/>
              </a:rPr>
              <a:t>ji2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5AF87A3-142E-12D9-F0E5-4EC1FBC53119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A5BB569-5C67-5EC0-8A78-5BC74EE9DF6E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4519F14-18F5-F5FC-0249-8379DA949CD5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既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ji4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j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531F571-BEAE-88D2-818A-AC4F12E8CC65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皀</a:t>
            </a:r>
            <a:endParaRPr lang="zh-CN" altLang="en-US" sz="199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927DD552-EDE5-92E3-B78E-1ABB29155533}"/>
              </a:ext>
            </a:extLst>
          </p:cNvPr>
          <p:cNvSpPr txBox="1"/>
          <p:nvPr/>
        </p:nvSpPr>
        <p:spPr>
          <a:xfrm>
            <a:off x="3952667" y="2542274"/>
            <a:ext cx="185524" cy="337787"/>
          </a:xfrm>
          <a:custGeom>
            <a:avLst/>
            <a:gdLst/>
            <a:ahLst/>
            <a:cxnLst/>
            <a:rect l="l" t="t" r="r" b="b"/>
            <a:pathLst>
              <a:path w="85725" h="173236">
                <a:moveTo>
                  <a:pt x="68759" y="0"/>
                </a:moveTo>
                <a:lnTo>
                  <a:pt x="81260" y="10716"/>
                </a:lnTo>
                <a:lnTo>
                  <a:pt x="74117" y="16967"/>
                </a:lnTo>
                <a:lnTo>
                  <a:pt x="74117" y="74117"/>
                </a:lnTo>
                <a:cubicBezTo>
                  <a:pt x="74117" y="80665"/>
                  <a:pt x="74414" y="89000"/>
                  <a:pt x="75010" y="99120"/>
                </a:cubicBezTo>
                <a:lnTo>
                  <a:pt x="62508" y="105371"/>
                </a:lnTo>
                <a:lnTo>
                  <a:pt x="62508" y="91976"/>
                </a:lnTo>
                <a:lnTo>
                  <a:pt x="15181" y="91976"/>
                </a:lnTo>
                <a:lnTo>
                  <a:pt x="15181" y="155377"/>
                </a:lnTo>
                <a:cubicBezTo>
                  <a:pt x="24110" y="152996"/>
                  <a:pt x="40482" y="148233"/>
                  <a:pt x="64294" y="141089"/>
                </a:cubicBezTo>
                <a:cubicBezTo>
                  <a:pt x="57746" y="131564"/>
                  <a:pt x="48816" y="121444"/>
                  <a:pt x="37505" y="110729"/>
                </a:cubicBezTo>
                <a:lnTo>
                  <a:pt x="40184" y="108050"/>
                </a:lnTo>
                <a:cubicBezTo>
                  <a:pt x="68759" y="125909"/>
                  <a:pt x="83493" y="136773"/>
                  <a:pt x="84386" y="140643"/>
                </a:cubicBezTo>
                <a:cubicBezTo>
                  <a:pt x="85279" y="144512"/>
                  <a:pt x="85725" y="147936"/>
                  <a:pt x="85725" y="150912"/>
                </a:cubicBezTo>
                <a:cubicBezTo>
                  <a:pt x="85725" y="155079"/>
                  <a:pt x="84981" y="158354"/>
                  <a:pt x="83493" y="160735"/>
                </a:cubicBezTo>
                <a:cubicBezTo>
                  <a:pt x="82005" y="163116"/>
                  <a:pt x="80963" y="164307"/>
                  <a:pt x="80368" y="164307"/>
                </a:cubicBezTo>
                <a:cubicBezTo>
                  <a:pt x="79177" y="164307"/>
                  <a:pt x="77986" y="163116"/>
                  <a:pt x="76796" y="160735"/>
                </a:cubicBezTo>
                <a:cubicBezTo>
                  <a:pt x="74414" y="156568"/>
                  <a:pt x="71140" y="151210"/>
                  <a:pt x="66973" y="144661"/>
                </a:cubicBezTo>
                <a:cubicBezTo>
                  <a:pt x="43160" y="154186"/>
                  <a:pt x="28873" y="160288"/>
                  <a:pt x="24110" y="162967"/>
                </a:cubicBezTo>
                <a:cubicBezTo>
                  <a:pt x="19348" y="165646"/>
                  <a:pt x="14585" y="169069"/>
                  <a:pt x="9823" y="173236"/>
                </a:cubicBezTo>
                <a:lnTo>
                  <a:pt x="0" y="159842"/>
                </a:lnTo>
                <a:cubicBezTo>
                  <a:pt x="1786" y="156270"/>
                  <a:pt x="2977" y="151805"/>
                  <a:pt x="3572" y="146447"/>
                </a:cubicBezTo>
                <a:lnTo>
                  <a:pt x="3572" y="33933"/>
                </a:lnTo>
                <a:cubicBezTo>
                  <a:pt x="3572" y="21432"/>
                  <a:pt x="3275" y="10418"/>
                  <a:pt x="2679" y="893"/>
                </a:cubicBezTo>
                <a:lnTo>
                  <a:pt x="15181" y="8037"/>
                </a:lnTo>
                <a:lnTo>
                  <a:pt x="61615" y="8037"/>
                </a:lnTo>
                <a:lnTo>
                  <a:pt x="68759" y="0"/>
                </a:lnTo>
                <a:close/>
                <a:moveTo>
                  <a:pt x="15181" y="13395"/>
                </a:moveTo>
                <a:lnTo>
                  <a:pt x="15181" y="45542"/>
                </a:lnTo>
                <a:lnTo>
                  <a:pt x="62508" y="45542"/>
                </a:lnTo>
                <a:lnTo>
                  <a:pt x="62508" y="13395"/>
                </a:lnTo>
                <a:lnTo>
                  <a:pt x="15181" y="13395"/>
                </a:lnTo>
                <a:close/>
                <a:moveTo>
                  <a:pt x="15181" y="50900"/>
                </a:moveTo>
                <a:lnTo>
                  <a:pt x="15181" y="86618"/>
                </a:lnTo>
                <a:lnTo>
                  <a:pt x="62508" y="86618"/>
                </a:lnTo>
                <a:lnTo>
                  <a:pt x="62508" y="50900"/>
                </a:lnTo>
                <a:lnTo>
                  <a:pt x="15181" y="5090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408056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C0C759-4754-4864-790A-45E2514C89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6532F7-E584-149B-0425-173B9DFDCB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K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口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又舌用角</a:t>
            </a:r>
            <a:endParaRPr lang="zh-CN" altLang="en-US" sz="24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5D7D7E6-71A1-B748-38A6-9C8448503E20}"/>
              </a:ext>
            </a:extLst>
          </p:cNvPr>
          <p:cNvSpPr txBox="1"/>
          <p:nvPr/>
        </p:nvSpPr>
        <p:spPr>
          <a:xfrm>
            <a:off x="1264274" y="3789040"/>
            <a:ext cx="918841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kb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949E20B-4268-5EE6-E3BD-4AB9F5C4B975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FC4BE4A-7FF4-127F-0396-1F4810F7DF7C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0E4B496-E557-3B00-FD4E-3DCD45BF001F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33FB937-6714-56B9-A6A2-8EB99F4968FF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2AEE561-9915-08A5-BC36-59DEDA83B081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F55AE375-DBE1-0559-160E-9F12332D32A6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3270D093-E718-4B6C-BE78-B5A6A13F9234}"/>
              </a:ext>
            </a:extLst>
          </p:cNvPr>
          <p:cNvSpPr txBox="1"/>
          <p:nvPr/>
        </p:nvSpPr>
        <p:spPr>
          <a:xfrm>
            <a:off x="3832112" y="2130985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口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45C3E15-E31E-EFBF-5537-C1B2B8C8D959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B345CB5-470A-90C1-34D4-E6620C74BED8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2ED3D4E-7494-CD6A-F8DE-1EA74E3BF820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叹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tj4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k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F04F966-4E50-1C8A-5815-2D174941336A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口</a:t>
            </a:r>
            <a:endParaRPr lang="zh-CN" altLang="en-US" sz="199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225105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FD8394-220C-1210-675A-9CFC753A27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F01061-15CE-61BC-E8C2-3025568600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K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口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又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舌用角</a:t>
            </a:r>
            <a:endParaRPr lang="zh-CN" altLang="en-US" sz="24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4689CEB-E0F8-9101-4635-1F7F588BAF09}"/>
              </a:ext>
            </a:extLst>
          </p:cNvPr>
          <p:cNvSpPr txBox="1"/>
          <p:nvPr/>
        </p:nvSpPr>
        <p:spPr>
          <a:xfrm>
            <a:off x="1264274" y="3789040"/>
            <a:ext cx="894797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ky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A7CA34B-7296-4F18-5DBB-8EFB5F92D525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CAA5E28-95E2-9A26-1732-77FA4B4173BA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2A06253-59EF-2473-4B90-99FF048C0D89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AF4731F-C461-1DEB-F74E-393C7F5BC32B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8151CAB-4C7E-1157-5B22-B922EBE32782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9723A7EC-6478-F854-B30F-A1E312B9128F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A9DD467B-8BB7-99D1-A310-5CFCE948FF88}"/>
              </a:ext>
            </a:extLst>
          </p:cNvPr>
          <p:cNvSpPr txBox="1"/>
          <p:nvPr/>
        </p:nvSpPr>
        <p:spPr>
          <a:xfrm>
            <a:off x="3832112" y="2130985"/>
            <a:ext cx="10823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口又 似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B9FF532-0757-97BC-CEFC-93194A051A99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800000"/>
                </a:highlight>
                <a:latin typeface="得意黑" pitchFamily="2" charset="-122"/>
                <a:ea typeface="得意黑" pitchFamily="2" charset="-122"/>
              </a:rPr>
              <a:t>别码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6C452C8-8472-3E8B-2769-BA24C14C8576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4298D7E-6B42-F40F-16DF-720F69C70BCE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反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fj3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k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365E547-7017-1F18-61D0-A4D7EBE4A673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又</a:t>
            </a:r>
            <a:endParaRPr lang="zh-CN" altLang="en-US" sz="199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423940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58CD49-D166-3B84-B82F-9C4BEE0300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67991C-6513-677A-3CE8-E117FB0951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K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口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又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舌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用角</a:t>
            </a:r>
            <a:endParaRPr lang="zh-CN" altLang="en-US" sz="24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FDAEA45-9A62-5769-45D2-A271F799EA06}"/>
              </a:ext>
            </a:extLst>
          </p:cNvPr>
          <p:cNvSpPr txBox="1"/>
          <p:nvPr/>
        </p:nvSpPr>
        <p:spPr>
          <a:xfrm>
            <a:off x="1264274" y="3789040"/>
            <a:ext cx="910827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ku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769D327-C91A-1C5F-284E-7A19C0A2EB4D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93382E3-E2D1-AA0B-4584-6594F9640E3E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C1BEB22-0713-7833-8419-FD9DB927AFDD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61C6412-BCAF-D1C8-801B-D9323EEDEE91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CB71E9D-7B7D-F743-762A-F33CD9EBA162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4ED37C1F-1DB7-FF2A-B95F-BDEDE4468552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67E56291-05C7-D9C0-F016-68495E405AED}"/>
              </a:ext>
            </a:extLst>
          </p:cNvPr>
          <p:cNvSpPr txBox="1"/>
          <p:nvPr/>
        </p:nvSpPr>
        <p:spPr>
          <a:xfrm>
            <a:off x="3832112" y="2130985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口舌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DD28454-EC1F-0B9E-BC1A-ABC88FE93BE8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800000"/>
                </a:highlight>
                <a:latin typeface="得意黑" pitchFamily="2" charset="-122"/>
                <a:ea typeface="得意黑" pitchFamily="2" charset="-122"/>
              </a:rPr>
              <a:t>别码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BC4FD4A-A752-60E3-F409-02D7F67502AE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2BCD5C5-8F4D-F340-118E-2BBD18C02A62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甜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tm2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k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BED73A5-F819-530C-04BE-B49478DD594C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舌</a:t>
            </a:r>
            <a:endParaRPr lang="zh-CN" altLang="en-US" sz="199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752080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A8016F-2643-23AA-EEC2-148B9A71DC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1B3FB7-09A9-7777-C7F4-2588F0DD5E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K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口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又舌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用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角</a:t>
            </a:r>
            <a:endParaRPr lang="zh-CN" altLang="en-US" sz="24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315AD7E-17FB-AEA4-5494-7C679EC2A611}"/>
              </a:ext>
            </a:extLst>
          </p:cNvPr>
          <p:cNvSpPr txBox="1"/>
          <p:nvPr/>
        </p:nvSpPr>
        <p:spPr>
          <a:xfrm>
            <a:off x="1264274" y="3789040"/>
            <a:ext cx="769763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ks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B07765D-99A8-7405-7570-1FFE932FB819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71BF57A-F100-0A8B-B558-5FA9F1FE9F94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2EDEF3B-4845-F455-C3FF-361B2DFBEE00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9DE43DD-3E21-1B96-1A66-47F6FD49BC8E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B60379E-FD2F-0038-9F19-22D8B61AF315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2F193049-D6C8-6F1E-243E-D1DE36F10140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2AE541AD-6CA3-E8F0-2611-087E07DBC4D3}"/>
              </a:ext>
            </a:extLst>
          </p:cNvPr>
          <p:cNvSpPr txBox="1"/>
          <p:nvPr/>
        </p:nvSpPr>
        <p:spPr>
          <a:xfrm>
            <a:off x="3832112" y="2130985"/>
            <a:ext cx="10823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又用 似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55CF21D-BCDA-C3FF-768B-1D94CAAC62A8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800000"/>
                </a:highlight>
                <a:latin typeface="得意黑" pitchFamily="2" charset="-122"/>
                <a:ea typeface="得意黑" pitchFamily="2" charset="-122"/>
              </a:rPr>
              <a:t>别码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5118B82-4218-1295-F55D-33FC2D55A554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21EAF7B-25D5-D23C-ADB4-C8E0111F1401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甭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bg2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k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2317CB4-00A3-F5DC-3D32-3949C95B3E3B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用</a:t>
            </a:r>
            <a:endParaRPr lang="zh-CN" altLang="en-US" sz="199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816352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4286C9-49DF-0B06-7DB1-B7AD632E42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F6FF24-10B4-264F-E9F0-37DFF8A5B0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K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口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又舌用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角</a:t>
            </a:r>
            <a:endParaRPr lang="zh-CN" altLang="en-US" sz="24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3A00B85-3740-C37D-7D3D-F1477E2C6D0B}"/>
              </a:ext>
            </a:extLst>
          </p:cNvPr>
          <p:cNvSpPr txBox="1"/>
          <p:nvPr/>
        </p:nvSpPr>
        <p:spPr>
          <a:xfrm>
            <a:off x="1264274" y="3789040"/>
            <a:ext cx="715260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kj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D0BA999-C61F-D126-8ADD-A69417D65F35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3654013-4198-BFE0-2E7A-A0C2E821016D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EA9031F-B2C9-C1DE-15B4-06A94F6F16AC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0E2DE6E-FD27-78BE-A25E-37C4E8956B89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AEC8B12-B6D9-EBDE-D3CD-47567684CAFB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22E5A693-EA7F-3966-B73C-9653EE258CC6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6FEBF2CE-4D3E-8195-916A-356FAE241F77}"/>
              </a:ext>
            </a:extLst>
          </p:cNvPr>
          <p:cNvSpPr txBox="1"/>
          <p:nvPr/>
        </p:nvSpPr>
        <p:spPr>
          <a:xfrm>
            <a:off x="3832112" y="2130985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用角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92F406D-17C2-D3BE-D308-0E7068019E5B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800000"/>
                </a:highlight>
                <a:latin typeface="得意黑" pitchFamily="2" charset="-122"/>
                <a:ea typeface="得意黑" pitchFamily="2" charset="-122"/>
              </a:rPr>
              <a:t>别码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3B9E77A-EFE9-CDCF-1227-17356D17D4D9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01BA789-7151-88CD-FE30-412A26BE6FA1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解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jx3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k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C6E108C-F6D6-78F6-E096-6FAC8FBBA8F8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角</a:t>
            </a:r>
            <a:endParaRPr lang="zh-CN" altLang="en-US" sz="199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440362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AC71E9-28AD-8CB5-96B1-72C0ADE62C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D87546-D4DF-EE5E-5A78-3620B3E804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L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娄</a:t>
            </a:r>
            <a:r>
              <a:rPr lang="zh-CN" altLang="zh-CN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云勹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力龙老卤里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卵</a:t>
            </a:r>
            <a:endParaRPr lang="zh-CN" altLang="en-US" sz="1800" dirty="0">
              <a:solidFill>
                <a:srgbClr val="4BC5B9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52897ED-F3A3-71D9-2569-8F4173333067}"/>
              </a:ext>
            </a:extLst>
          </p:cNvPr>
          <p:cNvSpPr txBox="1"/>
          <p:nvPr/>
        </p:nvSpPr>
        <p:spPr>
          <a:xfrm>
            <a:off x="1264274" y="3789040"/>
            <a:ext cx="750526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lb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810E5C1-F70E-620F-504F-3033634A061E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7D7E28F-ED2E-DF81-98DF-EC9A057CA3EC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81C4D65-48D0-B303-DCD8-28ED63D45493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026EC38-850E-46BD-C2E8-E919B7852869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6C0BABC-13EF-0D18-D9E9-0FA49F1EC5C0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9F73FEF0-56B5-6117-080A-A95C6AC63B7A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C1D3B596-C626-45BF-2651-B9D814A9B4F8}"/>
              </a:ext>
            </a:extLst>
          </p:cNvPr>
          <p:cNvSpPr txBox="1"/>
          <p:nvPr/>
        </p:nvSpPr>
        <p:spPr>
          <a:xfrm>
            <a:off x="3832112" y="2130985"/>
            <a:ext cx="17235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优化分配</a:t>
            </a:r>
            <a:endParaRPr lang="en-US" altLang="zh-CN" sz="2000" dirty="0">
              <a:latin typeface="+mn-ea"/>
            </a:endParaRPr>
          </a:p>
          <a:p>
            <a:r>
              <a:rPr lang="zh-CN" altLang="en-US" sz="2000" dirty="0">
                <a:latin typeface="+mn-ea"/>
              </a:rPr>
              <a:t>仅“数”一字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6A4C04B-51DF-2845-C69E-3272C19A18AD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AF582F8-C1F0-4C78-7919-2F8D453274E3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1DDB06F-F9C9-6EF4-05EF-62F3B95CC544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数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uu4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l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ED1448B-99E8-A25D-7356-48CDCFAF3603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娄</a:t>
            </a:r>
            <a:endParaRPr lang="zh-CN" altLang="en-US" sz="199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062197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3B1EAD-1793-5E97-DE8E-54090C2067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4D7D96-A387-EEC9-7EE0-B7248EE846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L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娄</a:t>
            </a:r>
            <a:r>
              <a:rPr lang="zh-CN" altLang="zh-CN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云</a:t>
            </a:r>
            <a:r>
              <a:rPr lang="zh-CN" altLang="zh-CN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勹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力龙老卤里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卵</a:t>
            </a:r>
            <a:endParaRPr lang="zh-CN" altLang="en-US" sz="1800" dirty="0">
              <a:solidFill>
                <a:srgbClr val="4BC5B9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09F7BBB-3D01-AC37-8FCC-3301195B649E}"/>
              </a:ext>
            </a:extLst>
          </p:cNvPr>
          <p:cNvSpPr txBox="1"/>
          <p:nvPr/>
        </p:nvSpPr>
        <p:spPr>
          <a:xfrm>
            <a:off x="1264274" y="3789040"/>
            <a:ext cx="726481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ly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57D50E8-A5DC-BCC1-4BD5-A2B207DC5176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ABF8873-5D1A-C27E-D2EA-99995EF04D60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FCF7B25-6B27-020A-9A52-7BC319CE0F92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F2CF9AE-7F69-7720-305A-36092010AD34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42AD263-7782-2E6D-C642-DE4EA057631C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BF6779D8-77DC-8F34-F30F-F4C3428F000A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6A357842-FAB8-DDD7-A5E0-8BEB8212B466}"/>
              </a:ext>
            </a:extLst>
          </p:cNvPr>
          <p:cNvSpPr txBox="1"/>
          <p:nvPr/>
        </p:nvSpPr>
        <p:spPr>
          <a:xfrm>
            <a:off x="3832112" y="2130985"/>
            <a:ext cx="14670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来自“动”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08E4736-7CCF-2A98-F899-FB49E7A24455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800000"/>
                </a:highlight>
                <a:latin typeface="得意黑" pitchFamily="2" charset="-122"/>
                <a:ea typeface="得意黑" pitchFamily="2" charset="-122"/>
              </a:rPr>
              <a:t>别码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011DA4B-5906-F50F-EF8A-5AA7CFC43E0C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41CDD3C-7E9F-2CCE-4B62-735430C187B4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叆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ol4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l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63B5734-827F-34E9-1DA7-7D642D9C9249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云</a:t>
            </a:r>
            <a:endParaRPr lang="zh-CN" altLang="en-US" sz="199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68124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797E59-126E-01C7-8060-27CAB53C19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395605-7CF9-2587-2D8B-DFCD73D92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L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娄</a:t>
            </a:r>
            <a:r>
              <a:rPr lang="zh-CN" altLang="zh-CN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云</a:t>
            </a:r>
            <a:r>
              <a:rPr lang="zh-CN" altLang="zh-CN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勹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力龙老卤里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卵</a:t>
            </a:r>
            <a:endParaRPr lang="zh-CN" altLang="en-US" sz="1800" dirty="0">
              <a:solidFill>
                <a:srgbClr val="4BC5B9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418198B-1B2C-05B0-3888-177C8E12CF1A}"/>
              </a:ext>
            </a:extLst>
          </p:cNvPr>
          <p:cNvSpPr txBox="1"/>
          <p:nvPr/>
        </p:nvSpPr>
        <p:spPr>
          <a:xfrm>
            <a:off x="1264274" y="3789040"/>
            <a:ext cx="766557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lp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EC79B0D-4532-C4B4-E4CA-FA3131E8211E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1086A74-2F80-E880-31D2-D95D85E466F2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B60C762-5D3D-887B-00EE-F7C8DA6BABA3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DFA599E-CEAD-D904-3B44-D4B67A781751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C302AAB-C6E5-536B-17BD-6C80726DD129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CB58B568-6275-552B-C577-700C59AB5038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3EC03B94-BDEE-6C3D-F4E7-F9A07C397EE7}"/>
              </a:ext>
            </a:extLst>
          </p:cNvPr>
          <p:cNvSpPr txBox="1"/>
          <p:nvPr/>
        </p:nvSpPr>
        <p:spPr>
          <a:xfrm>
            <a:off x="3832112" y="2130985"/>
            <a:ext cx="225205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来自解书拆分</a:t>
            </a:r>
            <a:endParaRPr lang="en-US" altLang="zh-CN" sz="2000" dirty="0">
              <a:latin typeface="+mn-ea"/>
            </a:endParaRPr>
          </a:p>
          <a:p>
            <a:r>
              <a:rPr lang="zh-CN" altLang="en-US" sz="2000" dirty="0">
                <a:latin typeface="+mn-ea"/>
              </a:rPr>
              <a:t>包围结构</a:t>
            </a:r>
            <a:r>
              <a:rPr lang="en-US" altLang="zh-CN" sz="2000" dirty="0">
                <a:latin typeface="+mn-ea"/>
              </a:rPr>
              <a:t>l.</a:t>
            </a:r>
            <a:r>
              <a:rPr lang="zh-CN" altLang="en-US" sz="2000" dirty="0">
                <a:latin typeface="+mn-ea"/>
              </a:rPr>
              <a:t>（</a:t>
            </a:r>
            <a:r>
              <a:rPr lang="en-US" altLang="zh-CN" sz="2000" dirty="0">
                <a:latin typeface="+mn-ea"/>
              </a:rPr>
              <a:t>bao1</a:t>
            </a:r>
            <a:r>
              <a:rPr lang="zh-CN" altLang="en-US" sz="2000" dirty="0">
                <a:latin typeface="+mn-ea"/>
              </a:rPr>
              <a:t>）</a:t>
            </a:r>
            <a:endParaRPr lang="en-US" altLang="zh-CN" sz="2000" dirty="0">
              <a:latin typeface="+mn-ea"/>
            </a:endParaRPr>
          </a:p>
          <a:p>
            <a:r>
              <a:rPr lang="zh-CN" altLang="en-US" sz="2000" dirty="0">
                <a:latin typeface="+mn-ea"/>
              </a:rPr>
              <a:t>内不成字则独体</a:t>
            </a:r>
            <a:endParaRPr lang="en-US" altLang="zh-CN" sz="2000" dirty="0">
              <a:latin typeface="+mn-ea"/>
            </a:endParaRPr>
          </a:p>
          <a:p>
            <a:r>
              <a:rPr lang="zh-CN" altLang="en-US" sz="2000" dirty="0">
                <a:latin typeface="+mn-ea"/>
              </a:rPr>
              <a:t>内成字则严格取外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EC047DE-ECF9-0D43-DF34-C1A0937FA2E9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800000"/>
                </a:highlight>
                <a:latin typeface="得意黑" pitchFamily="2" charset="-122"/>
                <a:ea typeface="得意黑" pitchFamily="2" charset="-122"/>
              </a:rPr>
              <a:t>别码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6D90A4F-FCB4-299C-C4CB-D1359B556BE7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557E763-E5FC-44E4-4F1B-F4A3E5E60587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旬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xp2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l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C2761DB-6023-A4B4-6377-5475E8634A12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勹</a:t>
            </a:r>
            <a:endParaRPr lang="zh-CN" altLang="en-US" sz="199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436932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5DB2BF-A30C-5B30-17D8-277B7B52E8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261995-7E92-0AA0-9DAC-D615C7AA43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L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娄</a:t>
            </a:r>
            <a:r>
              <a:rPr lang="zh-CN" altLang="zh-CN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云勹</a:t>
            </a:r>
            <a:r>
              <a:rPr lang="zh-CN" altLang="zh-CN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力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龙老卤里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卵</a:t>
            </a:r>
            <a:endParaRPr lang="zh-CN" altLang="en-US" sz="1800" dirty="0">
              <a:solidFill>
                <a:srgbClr val="4BC5B9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8BA8078-7ACA-49DD-7A08-1DC12147FEC1}"/>
              </a:ext>
            </a:extLst>
          </p:cNvPr>
          <p:cNvSpPr txBox="1"/>
          <p:nvPr/>
        </p:nvSpPr>
        <p:spPr>
          <a:xfrm>
            <a:off x="1264274" y="3789040"/>
            <a:ext cx="538930" cy="1754326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li</a:t>
            </a:r>
          </a:p>
          <a:p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D908FE5-738F-351C-A861-621664802DD0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1BD127C-EC0C-0CF8-452D-66B3FD4147B0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0EF8371-193B-CEE0-B6B4-B7AD802BC151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289BCCD-CE18-5892-B2AD-798F084DB618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66448E5-0A12-2A87-BE73-E0892253BA6B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8D0C7086-9B78-E84A-25DA-91E98E965E82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56371AA7-6933-5708-2EB7-2F09E56703C0}"/>
              </a:ext>
            </a:extLst>
          </p:cNvPr>
          <p:cNvSpPr txBox="1"/>
          <p:nvPr/>
        </p:nvSpPr>
        <p:spPr>
          <a:xfrm>
            <a:off x="3832112" y="2130985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力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A7539E7-1C00-A956-AFFA-CBCE3E529928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D6F6C95-F8AD-CA3B-88D1-9F921D3AE52E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87DA13B-4AC9-1082-467B-A94148CC3601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劳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lk2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l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65E9021-CFA4-A6A6-CED5-5818A203CF7B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力</a:t>
            </a:r>
            <a:endParaRPr lang="zh-CN" altLang="en-US" sz="199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488408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00DA69-DB50-491A-333F-C546D799B1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70405C-F1E4-D3C0-8406-6F30B0D30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L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娄</a:t>
            </a:r>
            <a:r>
              <a:rPr lang="zh-CN" altLang="zh-CN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云勹</a:t>
            </a:r>
            <a:r>
              <a:rPr lang="zh-CN" altLang="zh-CN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力</a:t>
            </a:r>
            <a:r>
              <a:rPr lang="zh-CN" altLang="zh-CN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龙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老卤里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卵</a:t>
            </a:r>
            <a:endParaRPr lang="zh-CN" altLang="en-US" sz="1800" dirty="0">
              <a:solidFill>
                <a:srgbClr val="4BC5B9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B31CA59-9878-C93F-0BCC-55E77327765B}"/>
              </a:ext>
            </a:extLst>
          </p:cNvPr>
          <p:cNvSpPr txBox="1"/>
          <p:nvPr/>
        </p:nvSpPr>
        <p:spPr>
          <a:xfrm>
            <a:off x="1264274" y="3789040"/>
            <a:ext cx="601447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ls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8081ACD-E890-0DAF-4122-2DFEF00DF475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E3F9D84-B804-884F-02B1-A024B64A0963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64BF5E2-555B-061D-C557-7C9809A4531C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93AC0B6-9573-48B0-9065-C6C0A774BF71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1B02AC0-CC94-E955-6AA6-B73A962AF12C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1638A3B8-DEBB-D67D-F5D6-C70CD8CFB26E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AAA1F2C6-0317-78C0-A5FB-F981EF796220}"/>
              </a:ext>
            </a:extLst>
          </p:cNvPr>
          <p:cNvSpPr txBox="1"/>
          <p:nvPr/>
        </p:nvSpPr>
        <p:spPr>
          <a:xfrm>
            <a:off x="3832112" y="2130985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龙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24F65FB-1A7B-D122-47AC-BB0B5B4AF6A2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111CDAD-8534-DB2D-A89A-8E26143E707C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E971A3F-9B26-DBDC-87F8-A20456A4BC80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龛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kj1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l</a:t>
            </a:r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h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A9D9F79-B445-6028-1A8E-52879FC89391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龙</a:t>
            </a:r>
            <a:endParaRPr lang="zh-CN" altLang="en-US" sz="199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683045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BE0B8F-FC96-9ADE-F0EF-AF5B2CF01E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325439-4392-ADBC-5CBC-6A04372BD9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L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娄</a:t>
            </a:r>
            <a:r>
              <a:rPr lang="zh-CN" altLang="zh-CN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云勹</a:t>
            </a:r>
            <a:r>
              <a:rPr lang="zh-CN" altLang="zh-CN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力龙</a:t>
            </a:r>
            <a:r>
              <a:rPr lang="zh-CN" altLang="zh-CN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老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卤里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卵</a:t>
            </a:r>
            <a:endParaRPr lang="zh-CN" altLang="en-US" sz="1800" dirty="0">
              <a:solidFill>
                <a:srgbClr val="4BC5B9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164B848-47F1-C4B7-A7C7-459E130B6DAE}"/>
              </a:ext>
            </a:extLst>
          </p:cNvPr>
          <p:cNvSpPr txBox="1"/>
          <p:nvPr/>
        </p:nvSpPr>
        <p:spPr>
          <a:xfrm>
            <a:off x="1264274" y="3789040"/>
            <a:ext cx="712054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lk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3904F55-A15C-C176-FBBB-9CCFD22F3220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C23F006-8BEE-C07E-13E1-ED39184DFCC1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D5B87B1-5473-484A-5988-F11C4D8C7D5D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73AFEE2-66E1-26B5-9229-CD1E12A88CF4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3EEAD03-06BD-A52B-19DA-B23D139611D1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63129345-3E70-0450-3988-8372B17E947E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D11CA99D-31EC-BDC8-949F-DD4F76352F42}"/>
              </a:ext>
            </a:extLst>
          </p:cNvPr>
          <p:cNvSpPr txBox="1"/>
          <p:nvPr/>
        </p:nvSpPr>
        <p:spPr>
          <a:xfrm>
            <a:off x="3832112" y="2130985"/>
            <a:ext cx="133882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老字头 耂</a:t>
            </a:r>
            <a:endParaRPr lang="en-US" altLang="zh-CN" sz="2000" dirty="0">
              <a:latin typeface="+mn-ea"/>
            </a:endParaRPr>
          </a:p>
          <a:p>
            <a:r>
              <a:rPr lang="zh-CN" altLang="en-US" sz="2000" dirty="0">
                <a:latin typeface="+mn-ea"/>
              </a:rPr>
              <a:t>有优先性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43351D3-15AB-7D2A-3C9F-A6199437E270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B13E42D-1D7D-8A90-5F8A-AB7AF30202B5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B422040-6951-3051-A10A-F072DDABE6C3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者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ve3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l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FC336F6-55F5-1D83-44D1-F5D10BFE6D79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老</a:t>
            </a:r>
            <a:endParaRPr lang="zh-CN" altLang="en-US" sz="199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147231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21E683-F9B0-897D-6D6C-A1B1995C86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8C98F6-EA55-2690-CF6F-D84F2C6993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L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娄</a:t>
            </a:r>
            <a:r>
              <a:rPr lang="zh-CN" altLang="zh-CN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云勹</a:t>
            </a:r>
            <a:r>
              <a:rPr lang="zh-CN" altLang="zh-CN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力龙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老</a:t>
            </a:r>
            <a:r>
              <a:rPr lang="zh-CN" altLang="zh-CN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卤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里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卵</a:t>
            </a:r>
            <a:endParaRPr lang="zh-CN" altLang="en-US" sz="1800" dirty="0">
              <a:solidFill>
                <a:srgbClr val="4BC5B9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1374C5E-CE97-0BDA-8E47-06CF8CE997BE}"/>
              </a:ext>
            </a:extLst>
          </p:cNvPr>
          <p:cNvSpPr txBox="1"/>
          <p:nvPr/>
        </p:nvSpPr>
        <p:spPr>
          <a:xfrm>
            <a:off x="1264274" y="3789040"/>
            <a:ext cx="742511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lu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55908C7-015F-0CFD-CFC9-7D0EBA5ECCFD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DFF81AA-BA01-524B-3C3E-01E0A8F003B6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1D2BC16-77CA-DDF1-5C7C-E09877AF1B4A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E38A8B1-C019-6E40-EE34-A938065C6343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03D00A7-EF02-A417-36F8-CA8B0B2144B1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959E9272-C39C-7E17-2C11-27F748E9FDFF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A2295300-85A0-ACB0-9E46-D76346F36749}"/>
              </a:ext>
            </a:extLst>
          </p:cNvPr>
          <p:cNvSpPr txBox="1"/>
          <p:nvPr/>
        </p:nvSpPr>
        <p:spPr>
          <a:xfrm>
            <a:off x="3832112" y="2130985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卤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D41A4A6-5147-8963-DE2B-3A4594C509A2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A8040D6-1304-3E54-A0A6-61364609627B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E80F680-FD13-893B-72F5-672DA42B322D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鹶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jn1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l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42F42CC-3763-ABD8-7856-ACF457EF1C8D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卤</a:t>
            </a:r>
            <a:endParaRPr lang="zh-CN" altLang="en-US" sz="199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180460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427685-E841-2C89-DAD4-529F81958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95F1E3-7329-F556-74D2-395595E877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L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娄</a:t>
            </a:r>
            <a:r>
              <a:rPr lang="zh-CN" altLang="zh-CN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云勹</a:t>
            </a:r>
            <a:r>
              <a:rPr lang="zh-CN" altLang="zh-CN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力龙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老</a:t>
            </a:r>
            <a:r>
              <a:rPr lang="zh-CN" altLang="zh-CN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卤</a:t>
            </a:r>
            <a:r>
              <a:rPr lang="zh-CN" altLang="zh-CN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里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卵</a:t>
            </a:r>
            <a:endParaRPr lang="zh-CN" altLang="en-US" sz="1800" dirty="0">
              <a:solidFill>
                <a:srgbClr val="4BC5B9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DB128CB-06E4-6E5B-4965-18CA60C08EAB}"/>
              </a:ext>
            </a:extLst>
          </p:cNvPr>
          <p:cNvSpPr txBox="1"/>
          <p:nvPr/>
        </p:nvSpPr>
        <p:spPr>
          <a:xfrm>
            <a:off x="1264274" y="3789040"/>
            <a:ext cx="593432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lt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ECD1596-72F8-CBCA-4427-2DFF87EBE604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922C8BA-ACB3-25BB-7A8F-AB760934BA64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E2EEF8A-3F43-ACF8-320D-88FAD20BA101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782BDC3-6A2D-E7A1-6E24-D752692A0E80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BFEC55B-474E-6856-BE41-0AA453633630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4E33D111-4259-3DA2-AD59-789426A68B4E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93EDDCEB-9024-D449-1327-2EAC52B9D602}"/>
              </a:ext>
            </a:extLst>
          </p:cNvPr>
          <p:cNvSpPr txBox="1"/>
          <p:nvPr/>
        </p:nvSpPr>
        <p:spPr>
          <a:xfrm>
            <a:off x="3832112" y="2130985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里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8EAEE08-2763-E02D-A2D4-32E54570C170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E12CBE1-CA2D-74A5-706B-10916EF640A8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26105B1-41D0-DB08-4EB5-982AC5DBE2B4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野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ye3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l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4F18C97-89C9-B79D-E4D4-D9098ABBDE59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里</a:t>
            </a:r>
            <a:endParaRPr lang="zh-CN" altLang="en-US" sz="199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378437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B9EF15-058F-748F-860E-1B5FB1D789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88881C-75F3-717B-44F3-0BB0B2764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L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娄</a:t>
            </a:r>
            <a:r>
              <a:rPr lang="zh-CN" altLang="zh-CN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云勹</a:t>
            </a:r>
            <a:r>
              <a:rPr lang="zh-CN" altLang="zh-CN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力龙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老</a:t>
            </a:r>
            <a:r>
              <a:rPr lang="zh-CN" altLang="zh-CN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卤里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卵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88197F4-132A-81FF-0B85-A6641638217E}"/>
              </a:ext>
            </a:extLst>
          </p:cNvPr>
          <p:cNvSpPr txBox="1"/>
          <p:nvPr/>
        </p:nvSpPr>
        <p:spPr>
          <a:xfrm>
            <a:off x="1264274" y="3789040"/>
            <a:ext cx="614271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lr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5936170-86FE-A6D1-B60A-C2D1D073EDF0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486905B-6B6A-4141-D0AF-4455CCBDD6F8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005B65B-EA10-5215-3745-E14FA0C2AF81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09984EE-8AD3-5844-3D1C-B8E89AA307BE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68EEF69-2853-AD79-9F88-FB23C97FECF1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52BC2508-A434-477F-5517-09D504ACA430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DD0FC4CB-D831-E689-5DA2-A0E74504B9CD}"/>
              </a:ext>
            </a:extLst>
          </p:cNvPr>
          <p:cNvSpPr txBox="1"/>
          <p:nvPr/>
        </p:nvSpPr>
        <p:spPr>
          <a:xfrm>
            <a:off x="3832112" y="2130985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卵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C345EA2-73F6-F22D-315E-0784A270E87E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9F3B324-6B58-13A4-9DEE-82358846E960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A68EF4B-276C-AA6A-B5AF-B3961D878C94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孵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fu1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l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2764892-4233-91F7-37F5-D3BD3AAC2C55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卵</a:t>
            </a:r>
            <a:endParaRPr lang="zh-CN" altLang="en-US" sz="199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371519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D3CDC1-F39E-1703-3FFB-191E469801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A3696B-27A4-BD25-EA0C-3DF8F44449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M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木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彡釆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马门皿毛目矛米麦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634D771-120C-ABBD-3012-112782346FCF}"/>
              </a:ext>
            </a:extLst>
          </p:cNvPr>
          <p:cNvSpPr txBox="1"/>
          <p:nvPr/>
        </p:nvSpPr>
        <p:spPr>
          <a:xfrm>
            <a:off x="1264274" y="3789040"/>
            <a:ext cx="1152880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mu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3C64B1A-3559-9053-6BAD-D1C4D68075BB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E8DA0E6-4613-DBD2-2B63-EF78E1303F01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DBA4A84-5DAC-A886-CD56-E3AD1DD438DE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169BB71-2770-F375-C37A-4AB474740565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B0AC6E7-7F8A-A48D-05AF-78C870007590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492D783C-1C9D-3B5E-D9DB-8BFD64EC15FF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723C711A-D440-E969-C609-0C227ADDFD07}"/>
              </a:ext>
            </a:extLst>
          </p:cNvPr>
          <p:cNvSpPr txBox="1"/>
          <p:nvPr/>
        </p:nvSpPr>
        <p:spPr>
          <a:xfrm>
            <a:off x="3832112" y="2130985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木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3F44907-312F-14E7-AF4B-15B9805E5888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960BC4E-3BA3-EC63-F726-EB7D36ACA7F6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FAA9178-9C73-7E66-A83D-387AA697AF64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树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uu4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m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311D9ED-7469-F067-3BA5-03D0A2F88D5A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木</a:t>
            </a:r>
            <a:endParaRPr lang="zh-CN" altLang="en-US" sz="199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006425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EA912A-7C62-ED93-C011-3FD4E3E71F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73F526-3BBF-EBFB-01C5-AFAB779F98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M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木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彡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釆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马门皿毛目矛米麦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33E2530-9D1D-2203-D34A-849BF2219AED}"/>
              </a:ext>
            </a:extLst>
          </p:cNvPr>
          <p:cNvSpPr txBox="1"/>
          <p:nvPr/>
        </p:nvSpPr>
        <p:spPr>
          <a:xfrm>
            <a:off x="1264274" y="3789040"/>
            <a:ext cx="1011815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ms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BC820FD-4836-DCC8-7239-2C21F099EA1E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27F1D86-1F71-346A-A57E-FB632BDB2A40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9300BD9-2899-7F45-23F3-090EEA5A75C2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46507F4-ABDE-6931-E42D-07F22BFF7D82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F7F0480-A9FD-B2D5-5831-B79FAC5999D2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8D4B82EF-7CBB-E215-AC63-F8625FCF84BC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8A4CFDA4-C952-EEB2-7402-B540E8E5EC01}"/>
              </a:ext>
            </a:extLst>
          </p:cNvPr>
          <p:cNvSpPr txBox="1"/>
          <p:nvPr/>
        </p:nvSpPr>
        <p:spPr>
          <a:xfrm>
            <a:off x="3832112" y="2130985"/>
            <a:ext cx="136768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片假</a:t>
            </a:r>
            <a:r>
              <a:rPr lang="ja-JP" altLang="en-US" sz="2000" dirty="0">
                <a:latin typeface="+mn-ea"/>
              </a:rPr>
              <a:t>ミ</a:t>
            </a:r>
            <a:r>
              <a:rPr lang="zh-CN" altLang="en-US" sz="2000" dirty="0">
                <a:latin typeface="+mn-ea"/>
              </a:rPr>
              <a:t>反转</a:t>
            </a:r>
            <a:endParaRPr lang="en-US" altLang="zh-CN" sz="2000" dirty="0">
              <a:latin typeface="+mn-ea"/>
            </a:endParaRPr>
          </a:p>
          <a:p>
            <a:r>
              <a:rPr lang="zh-CN" altLang="en-US" sz="2000" dirty="0">
                <a:latin typeface="+mn-ea"/>
              </a:rPr>
              <a:t>→</a:t>
            </a:r>
            <a:r>
              <a:rPr lang="en-US" altLang="zh-CN" sz="2000" dirty="0">
                <a:latin typeface="+mn-ea"/>
              </a:rPr>
              <a:t>mi</a:t>
            </a:r>
          </a:p>
          <a:p>
            <a:r>
              <a:rPr lang="en-US" altLang="zh-CN" sz="2000" dirty="0">
                <a:latin typeface="+mn-ea"/>
              </a:rPr>
              <a:t>shan1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5DFCFCA-E7C8-FC93-E9E7-FA185771060E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800000"/>
                </a:highlight>
                <a:latin typeface="得意黑" pitchFamily="2" charset="-122"/>
                <a:ea typeface="得意黑" pitchFamily="2" charset="-122"/>
              </a:rPr>
              <a:t>别码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EF2D72F-18C2-82E1-CBF4-00E240D0096D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23BFB1C-AE1C-13BB-818F-8A9671D56C68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彩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cl3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m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3D4CFC2-F92C-765D-9BB1-593B36875BA7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彡</a:t>
            </a:r>
            <a:endParaRPr lang="zh-CN" altLang="en-US" sz="199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108995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FE2071-DB88-A1D0-BD54-B6D162962C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44AA24-0ADA-E13F-F908-E042020F08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M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木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彡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釆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马门皿毛目矛米麦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CFCCC01-27BD-FCEC-D809-AE432B946368}"/>
              </a:ext>
            </a:extLst>
          </p:cNvPr>
          <p:cNvSpPr txBox="1"/>
          <p:nvPr/>
        </p:nvSpPr>
        <p:spPr>
          <a:xfrm>
            <a:off x="1264274" y="3789040"/>
            <a:ext cx="1160895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mb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769C4B2-E7C8-FBD8-C7B9-DA787338EFA5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F169A3D-998B-EEC6-6894-4E448DFA15B7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ED777AE-B904-C1DC-5C4B-0ED59801DE28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1CFBE47-E46E-7E3E-7C93-2A2D0D5DEF52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9931D74-80E8-423B-6620-66C3B8999DF7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7827FBE8-4AFE-714F-CA58-85D212905F66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F4FECAF9-15E6-6C05-997A-39DEE4DBEEFE}"/>
              </a:ext>
            </a:extLst>
          </p:cNvPr>
          <p:cNvSpPr txBox="1"/>
          <p:nvPr/>
        </p:nvSpPr>
        <p:spPr>
          <a:xfrm>
            <a:off x="3832112" y="2130985"/>
            <a:ext cx="82586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米</a:t>
            </a:r>
            <a:r>
              <a:rPr lang="en-US" altLang="zh-CN" sz="2000" dirty="0">
                <a:latin typeface="+mn-ea"/>
              </a:rPr>
              <a:t>+</a:t>
            </a:r>
            <a:r>
              <a:rPr lang="zh-CN" altLang="en-US" sz="2000" dirty="0">
                <a:latin typeface="+mn-ea"/>
              </a:rPr>
              <a:t>丿</a:t>
            </a:r>
            <a:endParaRPr lang="en-US" altLang="zh-CN" sz="2000" dirty="0">
              <a:latin typeface="+mn-ea"/>
            </a:endParaRPr>
          </a:p>
          <a:p>
            <a:r>
              <a:rPr lang="en-US" altLang="zh-CN" sz="2000" dirty="0">
                <a:latin typeface="+mn-ea"/>
              </a:rPr>
              <a:t>bian4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CACB457-05CB-608F-4A9C-EF6DFC3E7A90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800000"/>
                </a:highlight>
                <a:latin typeface="得意黑" pitchFamily="2" charset="-122"/>
                <a:ea typeface="得意黑" pitchFamily="2" charset="-122"/>
              </a:rPr>
              <a:t>别码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DD97B2D-C134-00BD-5FF5-5C8E3659CE5F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68C8FE0-BAAE-FFCD-F41E-1A8517FBCD8F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释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ui4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m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F69B51B-BE12-E03E-4502-7B99DB0C106C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釆</a:t>
            </a:r>
            <a:endParaRPr lang="zh-CN" altLang="en-US" sz="199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105615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C73FE1-BEC2-18BA-EA6B-12F8B7E05A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F5BD47-8D0C-8F8D-F090-81DC6369C7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M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木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彡釆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马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门皿毛目矛米麦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7BA3EF7-FECB-89E6-1A51-D7004D89B010}"/>
              </a:ext>
            </a:extLst>
          </p:cNvPr>
          <p:cNvSpPr txBox="1"/>
          <p:nvPr/>
        </p:nvSpPr>
        <p:spPr>
          <a:xfrm>
            <a:off x="1264274" y="3789040"/>
            <a:ext cx="1119217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ma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6779CA5-57D0-D884-5C46-FE017AB75DAD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6E7257-EBC2-708A-CA3A-496F8E17D47C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71EC684-4F0C-1B39-309A-45A650C50963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193B08F-14F2-0238-A771-0CC89DEEA86D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DF6C4C2-6169-2CCC-2152-B0F8D7D8866B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4957E32F-89C0-7B26-0C9A-F35A51794BC5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AC19C77F-123D-DC02-82A3-812BF9CB1FC3}"/>
              </a:ext>
            </a:extLst>
          </p:cNvPr>
          <p:cNvSpPr txBox="1"/>
          <p:nvPr/>
        </p:nvSpPr>
        <p:spPr>
          <a:xfrm>
            <a:off x="3832112" y="2130985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马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FECE871-DB7A-E7FB-EF7E-C6F1798C598B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14DE88E-F245-A515-2B65-B95BA0E10D12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441FF8D-4F4E-9593-05C1-F82F0CC93EF8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驰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ii2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m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880D77B-06A5-CAF2-C0AC-09CE52FE9C8F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马</a:t>
            </a:r>
            <a:endParaRPr lang="zh-CN" altLang="en-US" sz="199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236826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FB971A-D797-6384-404F-D4536CEA30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66FC96-532D-1DE0-BB64-6D5C61C781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M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木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彡釆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马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门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皿毛目矛米麦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5321732-3AD3-5C50-0D3E-96B864E304C9}"/>
              </a:ext>
            </a:extLst>
          </p:cNvPr>
          <p:cNvSpPr txBox="1"/>
          <p:nvPr/>
        </p:nvSpPr>
        <p:spPr>
          <a:xfrm>
            <a:off x="1264274" y="3789040"/>
            <a:ext cx="989373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mf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75E70D3-2D95-528A-EF7D-2094112AAA3E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5FF1FB9-6A6A-69BB-F7EB-393792E9BFE3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F14BD19-C314-598F-C1B7-0C04C1B3A7E4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EF1EC2F-70FE-393F-488F-73873E314993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3C14E11-BA8B-B8EE-0373-869314FD7FB3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5E2DC38D-C77D-18F3-232B-68FFF237EBC2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4BC2593C-D266-0E70-1B4B-748EB32B7FF6}"/>
              </a:ext>
            </a:extLst>
          </p:cNvPr>
          <p:cNvSpPr txBox="1"/>
          <p:nvPr/>
        </p:nvSpPr>
        <p:spPr>
          <a:xfrm>
            <a:off x="3832112" y="2130985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门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B836C1C-11B2-B920-F66D-ABF467FA567C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25B1124-57EC-A82B-AA49-91B42FC3EDCA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9E9D912-075F-B570-B8FC-B16EF9C85A8E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阖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he2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m</a:t>
            </a:r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m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3EE29FA-BC85-F19E-A90A-5ED18A53919B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门</a:t>
            </a:r>
            <a:endParaRPr lang="zh-CN" altLang="en-US" sz="199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474094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1EB1E5-71F1-8C81-5479-9330C87E4C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57319C-6338-CE34-83F0-690EE78A48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M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木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彡釆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马门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皿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毛目矛米麦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AC230A7-E021-C425-E517-36401F08D21B}"/>
              </a:ext>
            </a:extLst>
          </p:cNvPr>
          <p:cNvSpPr txBox="1"/>
          <p:nvPr/>
        </p:nvSpPr>
        <p:spPr>
          <a:xfrm>
            <a:off x="1264274" y="3789040"/>
            <a:ext cx="1164101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mn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84A7C91-5044-9786-458E-8D05C7870319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85B21BB-CDEC-AC0C-04CE-6A8AAACB8493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C0DA6F1-1EF3-83B2-454D-EA34E8D32CEA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D4666F2-7049-3AA4-923C-2BA4067BD40F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83657AE-5505-58A9-E7B8-5439701EA7E1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D89BEF3B-638B-422E-5934-2A25CCAD3C0B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F2BD121E-8B96-4B11-0334-7358E70D1487}"/>
              </a:ext>
            </a:extLst>
          </p:cNvPr>
          <p:cNvSpPr txBox="1"/>
          <p:nvPr/>
        </p:nvSpPr>
        <p:spPr>
          <a:xfrm>
            <a:off x="3832112" y="2130985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皿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64379E1-7C95-0906-9016-E505F43EF679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FB8D2DB-01FB-B800-5A31-FC7233E1657A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4FCF957-85E0-4195-F1D4-0C7F2F7434FF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盍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he2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m</a:t>
            </a:r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q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6A1FF4D-5708-378E-B36F-CCA014C12B93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皿</a:t>
            </a:r>
            <a:endParaRPr lang="zh-CN" altLang="en-US" sz="199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611683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C5C272-3241-9AE6-1F77-A9897CDB51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6458DF-275E-83F8-5140-AFE0C1D9C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M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木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彡釆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马门皿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毛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目矛米麦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B4B9D0A-57A3-C502-C7D7-7CF7AF84E4D3}"/>
              </a:ext>
            </a:extLst>
          </p:cNvPr>
          <p:cNvSpPr txBox="1"/>
          <p:nvPr/>
        </p:nvSpPr>
        <p:spPr>
          <a:xfrm>
            <a:off x="1264274" y="3789040"/>
            <a:ext cx="1122423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mk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3CD5C7A-1707-FBA9-76FC-AC2F20AACFEB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0253DE2-9CEB-0BFD-E098-D42F827490F9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04FFF6E-972C-C5CB-044C-5DB2DD392580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E931B14-DC56-A424-8F57-7F91B4DF9153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CDACBFD-359F-EFDD-B37B-9292959E0B8C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48E01BA4-BB48-761C-8F38-F727EC186D75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3D42B234-F13E-FAE1-E4C5-5ADA4F6D8947}"/>
              </a:ext>
            </a:extLst>
          </p:cNvPr>
          <p:cNvSpPr txBox="1"/>
          <p:nvPr/>
        </p:nvSpPr>
        <p:spPr>
          <a:xfrm>
            <a:off x="3832112" y="2130985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毛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A362775-5BFF-CBF9-19A4-CC491D35152C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9ADEFB9-A9AA-42B0-F99C-04DB1697C6A9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9D5D295-A84A-4303-B82F-FC0AC46EFAB9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毡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vj1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m</a:t>
            </a:r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b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18D5F61-23FD-FC84-5AC2-136574DB5ABA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毛</a:t>
            </a:r>
            <a:endParaRPr lang="zh-CN" altLang="en-US" sz="199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613005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D5C227-E1DC-82FA-EF67-A20A6C6FEE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07E727-7408-6F63-C56B-EE990357D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M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木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彡釆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马门皿毛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目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矛米麦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78730EA-39FF-2B5E-B839-ED2A00DBBE24}"/>
              </a:ext>
            </a:extLst>
          </p:cNvPr>
          <p:cNvSpPr txBox="1"/>
          <p:nvPr/>
        </p:nvSpPr>
        <p:spPr>
          <a:xfrm>
            <a:off x="1264274" y="3789040"/>
            <a:ext cx="1189749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mo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55FE37B-5BFE-E8D5-757B-D8A1C2D1EC46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BB47D22-9DB8-D38F-6A23-806B8E2A89F2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FA24A60-1D34-1625-499A-73A19D647A11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76BC7D6-3D8E-F840-FC9D-061D7CCBE7B0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9E667C5-2524-94DF-6CA1-F19F085452B4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5561AB73-F98B-41BC-F7A4-573B85210905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8F426E0E-D917-468A-5845-1C5C41DEEA0D}"/>
              </a:ext>
            </a:extLst>
          </p:cNvPr>
          <p:cNvSpPr txBox="1"/>
          <p:nvPr/>
        </p:nvSpPr>
        <p:spPr>
          <a:xfrm>
            <a:off x="3832112" y="2130985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目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B45AD8A-CB16-785A-3C0F-19BF67DFAF9D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DB51102-79F1-C352-4A2B-9405EB27E01C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570EB4B-6520-C346-37D1-D022C9F41D48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眼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yj3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m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8CE063B-4FB0-8A72-F364-6A656BCE6A24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目</a:t>
            </a:r>
            <a:endParaRPr lang="zh-CN" altLang="en-US" sz="199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225813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3B8C6F-6AAE-3A9C-4B2A-15F76B52F8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F3CD6D-477F-836D-57EF-DC92720014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M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木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彡釆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马门皿毛目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矛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米麦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5133DA2-FF76-D51F-9750-B1F9458C5AF8}"/>
              </a:ext>
            </a:extLst>
          </p:cNvPr>
          <p:cNvSpPr txBox="1"/>
          <p:nvPr/>
        </p:nvSpPr>
        <p:spPr>
          <a:xfrm>
            <a:off x="1264274" y="3789040"/>
            <a:ext cx="1136850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my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1E615DA-FFBA-C31D-A6C4-BE261F620ECB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4837610-16C9-1D3B-329D-BEED9C749E7F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B4FD0E2-94ED-7B90-3086-1732F211EF06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CC54BD3-727C-7F93-DE44-7B3FDDACD71C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22A2D69-F04A-AE5D-94FA-02F76C57AFFD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24738AF1-24F5-519D-62B3-8E7D21998430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17666778-8E58-5A0E-917A-4225FC7C25FA}"/>
              </a:ext>
            </a:extLst>
          </p:cNvPr>
          <p:cNvSpPr txBox="1"/>
          <p:nvPr/>
        </p:nvSpPr>
        <p:spPr>
          <a:xfrm>
            <a:off x="3832112" y="2130985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矛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70D99C9-2A42-CD3B-15C3-1271CEDD939B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721D68F-68BE-1426-4CAE-D4E334638F1E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4903092-A717-D94F-C5CF-50DC558E01C0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矜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jn1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m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FF27CB7-ED41-4138-1DC8-C8A21201F5FF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矛</a:t>
            </a:r>
            <a:endParaRPr lang="zh-CN" altLang="en-US" sz="199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029530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01F082-E234-DD7A-071C-B3014F6396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197B87-FC8B-F17A-F515-10C7FCA1A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M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木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彡釆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马门皿毛目矛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米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麦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60066E7-1D40-EA49-49EB-198990F7F5DF}"/>
              </a:ext>
            </a:extLst>
          </p:cNvPr>
          <p:cNvSpPr txBox="1"/>
          <p:nvPr/>
        </p:nvSpPr>
        <p:spPr>
          <a:xfrm>
            <a:off x="1264274" y="3789040"/>
            <a:ext cx="949299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mi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16780E7-9372-0D76-88B2-2021F202E933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BD51945-3493-0D8C-636B-508859B61307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46113A-731D-5523-28B4-3E5FA06E4351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2117DC2-BD93-E465-82C8-3113F7B4B59F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3E76DE0-CEDF-0655-6A32-997DA4E7FBD1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30801AC0-359F-11D0-8795-FDE3F79A61FE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02A47334-21CE-1266-8ECE-51ECE35923E9}"/>
              </a:ext>
            </a:extLst>
          </p:cNvPr>
          <p:cNvSpPr txBox="1"/>
          <p:nvPr/>
        </p:nvSpPr>
        <p:spPr>
          <a:xfrm>
            <a:off x="3832112" y="2130985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米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B60A098-B876-5896-EF7D-43F4E1E75E63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670110B-07F8-79DD-1F49-0BD34B5EDA4B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644FFD0-449B-691E-2CF4-FF49BE18E6EE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粗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cu1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m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B0AB7AA-1900-7201-E6DF-D139DC7E3879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米</a:t>
            </a:r>
            <a:endParaRPr lang="zh-CN" altLang="en-US" sz="199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048036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D26E5E-F324-56E7-6A45-C68947BE4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BC67C3-5AA4-E7DC-F240-05A5ECAD8B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M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木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彡釆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马门皿毛目矛米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麦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E8F6DAA-E878-74BF-FDF5-FA0653CDA624}"/>
              </a:ext>
            </a:extLst>
          </p:cNvPr>
          <p:cNvSpPr txBox="1"/>
          <p:nvPr/>
        </p:nvSpPr>
        <p:spPr>
          <a:xfrm>
            <a:off x="1264274" y="3789040"/>
            <a:ext cx="954107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ml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00FCAE1-F763-6341-A23F-32822642C56F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06483DE-54A2-AC54-F952-4C11131C10AD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1EBD90D-BA23-8A08-09BB-44F8BB715F14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0C72A0F-0B59-C3BF-D7CA-2C5DE336FFB3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C67534A-4633-9844-FFEF-E7F0EE9E56E7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3C1D3D1D-474C-40D5-44F9-E2E96F674A98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CD38F990-948B-F5EB-FD94-BAD1C429B688}"/>
              </a:ext>
            </a:extLst>
          </p:cNvPr>
          <p:cNvSpPr txBox="1"/>
          <p:nvPr/>
        </p:nvSpPr>
        <p:spPr>
          <a:xfrm>
            <a:off x="3832112" y="2130985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麦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D8ED057-25C1-6CF0-BFD6-0C3A59C4C93A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3023220-C4B3-F047-6596-A73744B5BF7A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7F2B6A5-128E-7A45-4C53-BF4439049C3B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麸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fu1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m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D5B4391-8643-8573-C9E5-330D67587870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麦</a:t>
            </a:r>
            <a:endParaRPr lang="zh-CN" altLang="en-US" sz="199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518019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DF2A67-9FB0-8C4D-9F0B-C7CB00F1E9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5D56E4-61AC-D638-9AA0-683922E101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N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女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牛鸟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耒齿</a:t>
            </a:r>
            <a:endParaRPr lang="zh-CN" altLang="en-US" sz="18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30B86B9-7AB6-BB24-6ABE-18C72C01300D}"/>
              </a:ext>
            </a:extLst>
          </p:cNvPr>
          <p:cNvSpPr txBox="1"/>
          <p:nvPr/>
        </p:nvSpPr>
        <p:spPr>
          <a:xfrm>
            <a:off x="1264274" y="3789040"/>
            <a:ext cx="936475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ny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9EFBA1C-9D42-A810-58BB-CAC2A44AF280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FE54DE1-7C9C-A535-3E70-9E2236E4E46E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B71D820-C6ED-F987-B796-DBCEBBB6F27E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C94CF58-4135-ED0B-D87B-758650C4E559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5FB5E66-0F3A-BC90-4E1F-7602F98790AE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910E0B15-7D37-9001-FDB9-DB28A096B60B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86F7DA52-91EC-9D68-56E7-1189E320A818}"/>
              </a:ext>
            </a:extLst>
          </p:cNvPr>
          <p:cNvSpPr txBox="1"/>
          <p:nvPr/>
        </p:nvSpPr>
        <p:spPr>
          <a:xfrm>
            <a:off x="3832112" y="2130985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女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811E5C1-F1A3-0698-4EF3-98BA55044BD4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D104C6D-7BD7-D54F-4D6D-DAE74F4C31CE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D9D50B3-1C1E-09F2-39C6-7D572DB10950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好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hk3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n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0F0337C-67E2-E83B-9D7B-5DA15A281297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女</a:t>
            </a:r>
            <a:endParaRPr lang="zh-CN" altLang="en-US" sz="199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05506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D484C8-31E0-5A35-2C39-17018B6AC7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A3639A-C713-5FC9-8F92-11B727D1A7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N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女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牛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鸟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耒齿</a:t>
            </a:r>
            <a:endParaRPr lang="zh-CN" altLang="en-US" sz="18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B0D37A1-8A51-6735-402C-65C21B93DC47}"/>
              </a:ext>
            </a:extLst>
          </p:cNvPr>
          <p:cNvSpPr txBox="1"/>
          <p:nvPr/>
        </p:nvSpPr>
        <p:spPr>
          <a:xfrm>
            <a:off x="1264274" y="3789040"/>
            <a:ext cx="966931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nq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CB7840D-1F8E-5062-C21C-17AA8D72B3D6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6499AD8-4A05-9C74-AA23-C4C526DEA4C3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938DB45-4C2B-A4A0-D95D-5CCB16C606F2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F6195A8-8ACC-85C6-6A4E-9FD06E9A6101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FD9FD6E-50DC-B7FB-1926-55376571702A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0EA65BF4-A2B2-87B7-4940-8B4D6772EC84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312A33CB-5A4F-D113-EB5D-B4446FFA37C6}"/>
              </a:ext>
            </a:extLst>
          </p:cNvPr>
          <p:cNvSpPr txBox="1"/>
          <p:nvPr/>
        </p:nvSpPr>
        <p:spPr>
          <a:xfrm>
            <a:off x="3832112" y="2130985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牛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AB85C5D-B5DB-FE2C-B77C-48BC705EEE0C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ADF059C-2C09-9C83-B446-DA2BEEE1E98A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69C5C5D-B0AF-CD31-7E7A-53278D4FF8AF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牲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ug1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n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A035F51-56F3-D152-EF17-B06580C873DB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牛</a:t>
            </a:r>
            <a:endParaRPr lang="zh-CN" altLang="en-US" sz="199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798215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4AA71F-CD67-3E45-839F-7E0BF9B48F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C08A50-5E42-81E9-E1D3-A0813C2AC8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N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女牛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鸟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耒齿</a:t>
            </a:r>
            <a:endParaRPr lang="zh-CN" altLang="en-US" sz="18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E4C9830-A1C3-68A6-DCAF-224A072D0986}"/>
              </a:ext>
            </a:extLst>
          </p:cNvPr>
          <p:cNvSpPr txBox="1"/>
          <p:nvPr/>
        </p:nvSpPr>
        <p:spPr>
          <a:xfrm>
            <a:off x="1264274" y="3789040"/>
            <a:ext cx="867545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nc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54133B2-66EC-EF73-68C4-0DD59DCE8584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6A00180-6459-C321-E7E9-22019A5E7D34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3D698FE-0E4C-422C-8162-CD2FA5619509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BECB9A5-947E-16F4-E8ED-505C1B353A64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DE9D5EB-B781-E076-FE63-AE7E2A2CCB6B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5D6BE4C3-2921-B6C1-8437-B975724EDA58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CCE670F9-0578-6E73-BB65-DE93C8617EBF}"/>
              </a:ext>
            </a:extLst>
          </p:cNvPr>
          <p:cNvSpPr txBox="1"/>
          <p:nvPr/>
        </p:nvSpPr>
        <p:spPr>
          <a:xfrm>
            <a:off x="3832112" y="2130985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鸟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3BCF884-E548-484B-C883-D663535CADF6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2E02618-A29D-6AB2-702D-6858631E7BFD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3672024-6EBC-EAD6-F26B-CE597BE4F2A9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鹅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oe2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n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631CF9D-F30C-B678-871D-6CAF6CF17FAF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鸟</a:t>
            </a:r>
            <a:endParaRPr lang="zh-CN" altLang="en-US" sz="199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642586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C434A5-B553-E59B-CA64-5F3CB8847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7DBE96-CD22-8D83-FB23-A5CEC2B325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N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女牛鸟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耒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齿</a:t>
            </a:r>
            <a:endParaRPr lang="zh-CN" altLang="en-US" sz="18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637224E-F287-47FA-DCF4-2420A6D69791}"/>
              </a:ext>
            </a:extLst>
          </p:cNvPr>
          <p:cNvSpPr txBox="1"/>
          <p:nvPr/>
        </p:nvSpPr>
        <p:spPr>
          <a:xfrm>
            <a:off x="1264274" y="3789040"/>
            <a:ext cx="753732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nl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30D3E19-852E-36C9-2D80-58A232CB76A8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C596D05-42B1-8C32-76BB-4B78051EFB4B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49EBC25-8CCB-2F31-1BBB-83D3C3B506D6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9DF54F3-1330-2147-881D-7AAC4B7EBC74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8DFD09E-0FA4-845F-0EDB-5536B23B4F92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3A81A945-8EDB-0DDE-BD3B-D594C12F7AB2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B34632E7-F761-E920-6E6F-CB5A6E7A41A0}"/>
              </a:ext>
            </a:extLst>
          </p:cNvPr>
          <p:cNvSpPr txBox="1"/>
          <p:nvPr/>
        </p:nvSpPr>
        <p:spPr>
          <a:xfrm>
            <a:off x="3832112" y="2130985"/>
            <a:ext cx="10823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l</a:t>
            </a:r>
            <a:r>
              <a:rPr lang="zh-CN" altLang="en-US" sz="2000" dirty="0">
                <a:latin typeface="+mn-ea"/>
              </a:rPr>
              <a:t>→</a:t>
            </a:r>
            <a:r>
              <a:rPr lang="en-US" altLang="zh-CN" sz="2000" dirty="0">
                <a:latin typeface="+mn-ea"/>
              </a:rPr>
              <a:t>m</a:t>
            </a:r>
            <a:r>
              <a:rPr lang="zh-CN" altLang="en-US" sz="2000" dirty="0">
                <a:latin typeface="+mn-ea"/>
              </a:rPr>
              <a:t>→</a:t>
            </a:r>
            <a:r>
              <a:rPr lang="en-US" altLang="zh-CN" sz="2000" dirty="0">
                <a:latin typeface="+mn-ea"/>
              </a:rPr>
              <a:t>n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87B18FF-CF9F-EBF2-521C-345F887CE8FD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800000"/>
                </a:highlight>
                <a:latin typeface="得意黑" pitchFamily="2" charset="-122"/>
                <a:ea typeface="得意黑" pitchFamily="2" charset="-122"/>
              </a:rPr>
              <a:t>别码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46836D4-3D31-67A2-4C06-6DD8F84A998B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8C7CB21-C572-0D9A-A102-C49CDC767447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耕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gg1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n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A484E7A-8CB7-097F-5495-CF4CACE1FFEF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耒</a:t>
            </a:r>
            <a:endParaRPr lang="zh-CN" altLang="en-US" sz="199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280388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9958B1-DC96-16C3-CEC9-338482DC1F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D92AD4-A9B1-85EA-F34D-2128B16B08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N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女牛鸟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耒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齿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C8C1652-A7C8-10D7-4B4B-E34B468A2AB1}"/>
              </a:ext>
            </a:extLst>
          </p:cNvPr>
          <p:cNvSpPr txBox="1"/>
          <p:nvPr/>
        </p:nvSpPr>
        <p:spPr>
          <a:xfrm>
            <a:off x="1264274" y="3789040"/>
            <a:ext cx="748923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ni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CE95C8E-E5EF-0DC0-544D-9F76897FA9F7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C3A6052-71A0-07A5-427B-82DBD8492EF6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683760A-E333-C2B4-7FDA-3381F351B4FF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34B771E-BCD5-1187-21F8-496FA292B9DD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6927F7B-4278-03A2-D557-601EEBBE765E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C73C360F-96A4-FA80-3DA6-7B1D95C91D13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D77AF0AE-5AF4-BE57-977A-E3D10A749A2D}"/>
              </a:ext>
            </a:extLst>
          </p:cNvPr>
          <p:cNvSpPr txBox="1"/>
          <p:nvPr/>
        </p:nvSpPr>
        <p:spPr>
          <a:xfrm>
            <a:off x="3832112" y="2130985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啮齿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4BBCC0B-8AD6-B20B-9717-795E76919733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800000"/>
                </a:highlight>
                <a:latin typeface="得意黑" pitchFamily="2" charset="-122"/>
                <a:ea typeface="得意黑" pitchFamily="2" charset="-122"/>
              </a:rPr>
              <a:t>别码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093B882-1D8F-321A-0562-F985E6079C89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30C3A4F-AC2D-864C-FAD4-E3DF31B0F2A6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龄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l;2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n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563AADE-ED9A-59C2-D529-9E29BC08F9FD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齿</a:t>
            </a:r>
            <a:endParaRPr lang="zh-CN" altLang="en-US" sz="199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000854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8AB699-60BB-7B1F-78D9-0B1BCC2CCB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128CB9-E070-ADAF-9D5D-527FA9B220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O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耳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二儿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㔾</a:t>
            </a:r>
            <a:endParaRPr lang="zh-CN" altLang="en-US" sz="18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BDAF034-EE70-1820-E98C-E9C97DB01395}"/>
              </a:ext>
            </a:extLst>
          </p:cNvPr>
          <p:cNvSpPr txBox="1"/>
          <p:nvPr/>
        </p:nvSpPr>
        <p:spPr>
          <a:xfrm>
            <a:off x="1264274" y="3789040"/>
            <a:ext cx="849913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or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68D86B8-5573-66FF-86EF-300AFA76C3C2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FE81F01-9E17-839D-5610-BC8BEE613125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159140B-042B-4F36-B629-02246DC20370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BF37F9F-A0A5-7752-4CC0-C63044647863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173F9F6-E5EA-A2E3-EA10-9159B5651D39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1C5D813F-BA47-66AB-CB33-1AF490E89BF4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0C8AB045-3D8C-789B-83D8-CFC87846FC32}"/>
              </a:ext>
            </a:extLst>
          </p:cNvPr>
          <p:cNvSpPr txBox="1"/>
          <p:nvPr/>
        </p:nvSpPr>
        <p:spPr>
          <a:xfrm>
            <a:off x="3832112" y="2130985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耳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F77CCAD-2836-4F24-8450-771E42D02E36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E66CA05-7AE1-017F-B1AF-BBB474F1D346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4A5CF28-D1E7-3FE7-BC54-44BD2577D101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聆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l;2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o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B749128-39FB-A743-5B93-89591175043C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耳</a:t>
            </a:r>
            <a:endParaRPr lang="zh-CN" altLang="en-US" sz="199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566729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0D5EBC-539D-3AF8-4B36-23E08CE943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7F5640-CC17-DA65-8FB3-3699A8080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O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耳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二儿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㔾</a:t>
            </a:r>
            <a:endParaRPr lang="zh-CN" altLang="en-US" sz="18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0665784-24E1-68BB-4480-E4C72893240D}"/>
              </a:ext>
            </a:extLst>
          </p:cNvPr>
          <p:cNvSpPr txBox="1"/>
          <p:nvPr/>
        </p:nvSpPr>
        <p:spPr>
          <a:xfrm>
            <a:off x="1264274" y="3789040"/>
            <a:ext cx="986167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ob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C7F0F00-EB42-65E0-7F6D-08F5D72266CE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2968F50-FA43-0F56-9423-A4B1D41769E7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61B5400-119E-5EE1-F24B-FC03A7F2A850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48063A8-5F5C-00B7-20E1-51D151BAE584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FAEEFE6-9F62-A336-80CD-EDFA3A504632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EE151D68-392A-93B3-287D-34C0E7154286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0B2153DD-DC3A-C42A-3832-E9F1A8295396}"/>
              </a:ext>
            </a:extLst>
          </p:cNvPr>
          <p:cNvSpPr txBox="1"/>
          <p:nvPr/>
        </p:nvSpPr>
        <p:spPr>
          <a:xfrm>
            <a:off x="3832112" y="2130985"/>
            <a:ext cx="146706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欧→区→匚</a:t>
            </a:r>
            <a:endParaRPr lang="en-US" altLang="zh-CN" sz="2000" dirty="0">
              <a:latin typeface="+mn-ea"/>
            </a:endParaRPr>
          </a:p>
          <a:p>
            <a:r>
              <a:rPr lang="zh-CN" altLang="en-US" sz="2000" dirty="0">
                <a:latin typeface="+mn-ea"/>
              </a:rPr>
              <a:t>有优先性</a:t>
            </a:r>
            <a:endParaRPr lang="en-US" altLang="zh-CN" sz="2000" dirty="0">
              <a:latin typeface="+mn-ea"/>
            </a:endParaRPr>
          </a:p>
          <a:p>
            <a:r>
              <a:rPr lang="en-US" altLang="zh-CN" sz="2000" dirty="0">
                <a:latin typeface="+mn-ea"/>
              </a:rPr>
              <a:t>fang1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832BC77-A0A0-5307-C1CC-804C8D81310C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800000"/>
                </a:highlight>
                <a:latin typeface="得意黑" pitchFamily="2" charset="-122"/>
                <a:ea typeface="得意黑" pitchFamily="2" charset="-122"/>
              </a:rPr>
              <a:t>别码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53AF9B0-583B-4E48-C478-B16C8F274AAF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31C390C-A3D5-38AA-443F-4CE38A6DB4EE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医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yi1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o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B26C87A-2CC8-A38C-78EA-8C6A2AB826B4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匚</a:t>
            </a:r>
            <a:endParaRPr lang="zh-CN" altLang="en-US" sz="199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553295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A56BDD-2544-37F5-1886-18AC584506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7C0C34-35A0-FEFE-E764-94C0571F53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O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耳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匚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二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儿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㔾</a:t>
            </a:r>
            <a:endParaRPr lang="zh-CN" altLang="en-US" sz="18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C3F77EB-B2F2-59FD-D9D0-D268DF64491B}"/>
              </a:ext>
            </a:extLst>
          </p:cNvPr>
          <p:cNvSpPr txBox="1"/>
          <p:nvPr/>
        </p:nvSpPr>
        <p:spPr>
          <a:xfrm>
            <a:off x="1264274" y="3789040"/>
            <a:ext cx="981359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oh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7D106E3-4F4C-CB08-BD49-C2AB5D505CE0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0A4B66D-DC81-CD4E-3C11-F1C515DFBE1B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C5D7119-265B-3FA1-68F7-EF7BDB88C79C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49952A0-B22D-0D07-4838-B7D3E3AEF405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7BC12D5-2F90-4FBF-BC5B-1DA5D6465EC2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A0201BAC-D8AD-16E0-82AD-A6E7C9E6BA24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5F3305F4-098F-863C-59C8-8DC8C64F87A6}"/>
              </a:ext>
            </a:extLst>
          </p:cNvPr>
          <p:cNvSpPr txBox="1"/>
          <p:nvPr/>
        </p:nvSpPr>
        <p:spPr>
          <a:xfrm>
            <a:off x="3832112" y="2130985"/>
            <a:ext cx="14670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二，零声母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1EB2E07-B010-E07D-FEA7-C26B7F58C468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30D3609-22B9-3DE2-0FD8-F5FDFE8652D7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E6C43F2-DFB6-4BE9-EDCE-D0F8A3FE7C13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云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yp2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o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46CB956-7C04-DC26-1A64-422EB6955E07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二</a:t>
            </a:r>
            <a:endParaRPr lang="zh-CN" altLang="en-US" sz="199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017402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8F72B1-B294-1FFD-F397-82B2EC9AED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97D8D6-0474-8A62-76F3-562DFD8A54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O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耳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二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儿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㔾</a:t>
            </a:r>
            <a:endParaRPr lang="zh-CN" altLang="en-US" sz="18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FD509DC-9AE5-82F5-2522-3042FB5E26CF}"/>
              </a:ext>
            </a:extLst>
          </p:cNvPr>
          <p:cNvSpPr txBox="1"/>
          <p:nvPr/>
        </p:nvSpPr>
        <p:spPr>
          <a:xfrm>
            <a:off x="1264274" y="3789040"/>
            <a:ext cx="1002197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op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FECB949-EE34-7FA5-3AC4-11A8864825FD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2167F9F-E1A1-356C-2D4A-927F8EA264E3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A2708F5-C796-0737-D6D8-9A8B2CECEE98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3962819-351E-669F-30A2-F18661E3F7B5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311FAE3-8CD1-E920-E26D-B5762BBAAD75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0B6389BF-A984-3277-6FCF-09236C35A65A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9846827C-E670-B24A-774A-E647E40B96AA}"/>
              </a:ext>
            </a:extLst>
          </p:cNvPr>
          <p:cNvSpPr txBox="1"/>
          <p:nvPr/>
        </p:nvSpPr>
        <p:spPr>
          <a:xfrm>
            <a:off x="3832112" y="2130985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儿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4CEB175-3713-EA24-A4EA-4EDB00FB81EC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11ABE7C-0C3D-E629-0756-8B5FA5EAAF72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2175DCF-74A7-6C0B-4E29-9C6719616E30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兜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db1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o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2CA9406-F8F6-88F3-D872-8F314B2EAB14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儿</a:t>
            </a:r>
            <a:endParaRPr lang="zh-CN" altLang="en-US" sz="199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225964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057013-68B6-D6D7-7E8F-D554310639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301815-26BC-A2F5-F5E2-742FA68A0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O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耳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二儿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㔾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413C46D-7762-6ECB-8CD8-4839D8B129E8}"/>
              </a:ext>
            </a:extLst>
          </p:cNvPr>
          <p:cNvSpPr txBox="1"/>
          <p:nvPr/>
        </p:nvSpPr>
        <p:spPr>
          <a:xfrm>
            <a:off x="1264274" y="3789040"/>
            <a:ext cx="939681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oe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D63A447-2CD6-7A05-FA95-9CFCAEAC01A3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D6B2538-2700-2C65-0DB8-B38522283EEA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E8A300F-0C34-435E-06C0-9570B4B44BBD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F6F29F4-D6E9-D3C4-7FA5-404360A49F9F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FE8A228-69ED-29F4-B4E0-21BE36ADB5F3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051179BB-F5D2-6B18-63C5-C158D05F8E0C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FCBA3F3C-33BF-99C7-088F-A339734BE972}"/>
              </a:ext>
            </a:extLst>
          </p:cNvPr>
          <p:cNvSpPr txBox="1"/>
          <p:nvPr/>
        </p:nvSpPr>
        <p:spPr>
          <a:xfrm>
            <a:off x="3832112" y="2130985"/>
            <a:ext cx="198002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来自“厄”</a:t>
            </a:r>
            <a:endParaRPr lang="en-US" altLang="zh-CN" sz="2000" dirty="0">
              <a:latin typeface="+mn-ea"/>
            </a:endParaRPr>
          </a:p>
          <a:p>
            <a:r>
              <a:rPr lang="zh-CN" altLang="en-US" sz="2000" dirty="0">
                <a:latin typeface="+mn-ea"/>
              </a:rPr>
              <a:t>“卵”代替为此</a:t>
            </a:r>
            <a:endParaRPr lang="en-US" altLang="zh-CN" sz="2000" dirty="0">
              <a:latin typeface="+mn-ea"/>
            </a:endParaRPr>
          </a:p>
          <a:p>
            <a:r>
              <a:rPr lang="en-US" altLang="zh-CN" sz="2000" dirty="0">
                <a:latin typeface="+mn-ea"/>
              </a:rPr>
              <a:t>jie2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ACBC6AC-1919-24B2-2F99-591C5140B2D2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800000"/>
                </a:highlight>
                <a:latin typeface="得意黑" pitchFamily="2" charset="-122"/>
                <a:ea typeface="得意黑" pitchFamily="2" charset="-122"/>
              </a:rPr>
              <a:t>别码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62B67B5-74A3-3CA7-4353-F245F0F1AFB0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96EFC55-4A7F-FB29-7E1F-6989E87FCFE6}"/>
              </a:ext>
            </a:extLst>
          </p:cNvPr>
          <p:cNvSpPr txBox="1"/>
          <p:nvPr/>
        </p:nvSpPr>
        <p:spPr>
          <a:xfrm>
            <a:off x="6108910" y="1787617"/>
            <a:ext cx="2062626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卷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jr3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o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jr4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o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A6BA582-7686-2AC5-1054-FCB6A3D23EFC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㔾</a:t>
            </a:r>
            <a:endParaRPr lang="zh-CN" altLang="en-US" sz="199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050013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B579A7-90AB-30B1-4A3E-3DA0D2307D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D3C6CB-531D-C9D2-8B5D-B4A0F72E8B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P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攴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片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殳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丬皮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髟㐅</a:t>
            </a:r>
            <a:endParaRPr lang="zh-CN" altLang="en-US" sz="18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8B613F6-CA67-F283-9746-E259BF3DC680}"/>
              </a:ext>
            </a:extLst>
          </p:cNvPr>
          <p:cNvSpPr txBox="1"/>
          <p:nvPr/>
        </p:nvSpPr>
        <p:spPr>
          <a:xfrm>
            <a:off x="1264274" y="3789040"/>
            <a:ext cx="965329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pu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A9A9B79-7FD9-2BBF-E631-3AE3F84F5D78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F07388D-D223-86E3-8FAD-F8B0131E60C0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0203416-E36D-84DF-1054-7E356D2D1395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04BB831-0E5D-42F9-B160-8714BB046E1D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29F407B-FB23-C642-1A44-EE48D412D8EF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1FDCD5EB-4084-8D53-BAA6-E5A823D8FBC9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573AFCA2-0A24-10B9-D33D-A729334BA054}"/>
              </a:ext>
            </a:extLst>
          </p:cNvPr>
          <p:cNvSpPr txBox="1"/>
          <p:nvPr/>
        </p:nvSpPr>
        <p:spPr>
          <a:xfrm>
            <a:off x="3832112" y="2130985"/>
            <a:ext cx="8258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攴</a:t>
            </a:r>
            <a:r>
              <a:rPr lang="en-US" altLang="zh-CN" sz="2000" dirty="0">
                <a:latin typeface="+mn-ea"/>
              </a:rPr>
              <a:t>pu1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AEAD2CE-E1BD-AC21-02A0-C0AFDFC187A4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66912C6-7205-3FB0-A374-5FFABC73BD1F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D0ADDAC-6E37-4376-C014-96DEA249EE9D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敲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qc1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p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F3699BB-8BF0-969B-36A2-3836772D6BA1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攴</a:t>
            </a:r>
            <a:endParaRPr lang="zh-CN" altLang="en-US" sz="199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026145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55D7E9-33B2-80DD-5C87-8269F60CB6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4362BC-A9AC-43A8-15B1-1740C71B49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P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攴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片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殳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丬皮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髟㐅</a:t>
            </a:r>
            <a:endParaRPr lang="zh-CN" altLang="en-US" sz="18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47F0368-CB3C-FA55-9B27-618F86B4F191}"/>
              </a:ext>
            </a:extLst>
          </p:cNvPr>
          <p:cNvSpPr txBox="1"/>
          <p:nvPr/>
        </p:nvSpPr>
        <p:spPr>
          <a:xfrm>
            <a:off x="1264274" y="3789040"/>
            <a:ext cx="1176925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pm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8513C47-DD53-5160-4FD1-F5DAADAF6733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7A446AC-3B4F-74C0-8352-7D6663C04C6A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FD2ABCE-5D13-24A7-9231-829A0E1C05F2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C961B75-871B-729E-6366-584710A77014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D0BCE36-5348-0AD8-7B09-F3537F860A60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55584A0D-335E-A68A-BEE6-83CFF4B600AA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3A1C80B9-CFAD-A3F6-8033-80B10DC71AA0}"/>
              </a:ext>
            </a:extLst>
          </p:cNvPr>
          <p:cNvSpPr txBox="1"/>
          <p:nvPr/>
        </p:nvSpPr>
        <p:spPr>
          <a:xfrm>
            <a:off x="3832112" y="2130985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片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8ABC5C7-41B8-4E0A-C3B0-165481F58567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CE0A4F5-E289-96C3-0CD5-3D610E5A617E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CF7CDA5-52C8-19AE-45B2-68B1A8BB2C85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版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bj3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p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663DC87-9388-57A8-FEA3-F024EDE1EBC4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片</a:t>
            </a:r>
            <a:endParaRPr lang="zh-CN" altLang="en-US" sz="199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058718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525E5B-9A78-3397-0A54-A1839EAF2B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88B290-9244-B01D-FC2D-8C4427B2E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P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攴片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殳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丬皮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髟㐅</a:t>
            </a:r>
            <a:endParaRPr lang="zh-CN" altLang="en-US" sz="18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0E40ED2-B3FC-540F-906F-BB48A246E963}"/>
              </a:ext>
            </a:extLst>
          </p:cNvPr>
          <p:cNvSpPr txBox="1"/>
          <p:nvPr/>
        </p:nvSpPr>
        <p:spPr>
          <a:xfrm>
            <a:off x="1264274" y="3789040"/>
            <a:ext cx="949299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py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2CA956-2777-3EB2-E15B-5468147F1BD4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C42D7AD-CE50-AD33-C107-BFBF3C74B1D6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AC54DF8-C282-F5A2-99E8-373216BE1BB4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7E7AAB2-0DC1-8D11-97DC-3A5ED4730BC7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D8B12A4-0657-CEDE-378B-0D83E7ADDF57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09C08979-0630-BD1B-49EE-D14AA2E9982C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CB239DF6-9504-FB33-2574-FCB0D775DC48}"/>
              </a:ext>
            </a:extLst>
          </p:cNvPr>
          <p:cNvSpPr txBox="1"/>
          <p:nvPr/>
        </p:nvSpPr>
        <p:spPr>
          <a:xfrm>
            <a:off x="3832112" y="2130985"/>
            <a:ext cx="249299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调整：</a:t>
            </a:r>
            <a:endParaRPr lang="en-US" altLang="zh-CN" sz="2000" dirty="0">
              <a:latin typeface="+mn-ea"/>
            </a:endParaRPr>
          </a:p>
          <a:p>
            <a:r>
              <a:rPr lang="en-US" altLang="zh-CN" sz="2000" dirty="0" err="1">
                <a:latin typeface="+mn-ea"/>
              </a:rPr>
              <a:t>shu</a:t>
            </a:r>
            <a:r>
              <a:rPr lang="zh-CN" altLang="en-US" sz="2000" dirty="0">
                <a:latin typeface="+mn-ea"/>
              </a:rPr>
              <a:t>给了“攵”</a:t>
            </a:r>
            <a:endParaRPr lang="en-US" altLang="zh-CN" sz="2000" dirty="0">
              <a:latin typeface="+mn-ea"/>
            </a:endParaRPr>
          </a:p>
          <a:p>
            <a:r>
              <a:rPr lang="en-US" altLang="zh-CN" sz="2000" dirty="0" err="1">
                <a:latin typeface="+mn-ea"/>
              </a:rPr>
              <a:t>pu</a:t>
            </a:r>
            <a:r>
              <a:rPr lang="zh-CN" altLang="en-US" sz="2000" dirty="0">
                <a:latin typeface="+mn-ea"/>
              </a:rPr>
              <a:t>给了“攴”“殳”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70F900C-5D81-B3C4-838A-39603BA55E4B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800000"/>
                </a:highlight>
                <a:latin typeface="得意黑" pitchFamily="2" charset="-122"/>
                <a:ea typeface="得意黑" pitchFamily="2" charset="-122"/>
              </a:rPr>
              <a:t>别码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ADFAF68-2A6E-F181-3575-371862A1AA0C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8E3F2F4-C5C9-599E-E08C-90CF850351C4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殴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ob1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p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18954C9-7F72-013C-E2F2-241303C6A408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殳</a:t>
            </a:r>
            <a:endParaRPr lang="zh-CN" altLang="en-US" sz="199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236284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420F82-D4A7-F43D-F316-DD37C98715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1A36C7-031F-9641-9C5C-8C1AFDB5C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P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攴片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殳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丬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皮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髟㐅</a:t>
            </a:r>
            <a:endParaRPr lang="zh-CN" altLang="en-US" sz="18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413D0BE-2193-65AC-1926-7B9EF57236F6}"/>
              </a:ext>
            </a:extLst>
          </p:cNvPr>
          <p:cNvSpPr txBox="1"/>
          <p:nvPr/>
        </p:nvSpPr>
        <p:spPr>
          <a:xfrm>
            <a:off x="1264274" y="3789040"/>
            <a:ext cx="769763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pj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14D54B5-ADBB-A1D3-A117-05D852D72394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45ADB81-5935-2B68-4FFB-1ED7295CF49A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6226EFB-5768-F2B0-8753-D84D9BE5B37E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B74238F-4624-31A4-CB9F-5FFAC4D2222E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A7D9343-89F0-4AFB-A601-8BCC237C49C9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0E7E5A54-08D9-7256-FB81-1FFE7C7CB2C8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7C9F08CD-A31A-2C00-E4BB-C0586A401B8F}"/>
              </a:ext>
            </a:extLst>
          </p:cNvPr>
          <p:cNvSpPr txBox="1"/>
          <p:nvPr/>
        </p:nvSpPr>
        <p:spPr>
          <a:xfrm>
            <a:off x="3832112" y="2130985"/>
            <a:ext cx="198002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爿</a:t>
            </a:r>
            <a:endParaRPr lang="en-US" altLang="zh-CN" sz="2000" dirty="0">
              <a:latin typeface="+mn-ea"/>
            </a:endParaRPr>
          </a:p>
          <a:p>
            <a:r>
              <a:rPr lang="zh-CN" altLang="en-US" sz="2000" dirty="0">
                <a:latin typeface="+mn-ea"/>
              </a:rPr>
              <a:t>无视</a:t>
            </a:r>
            <a:r>
              <a:rPr lang="en-US" altLang="zh-CN" sz="2000" dirty="0">
                <a:latin typeface="+mn-ea"/>
              </a:rPr>
              <a:t>qiang2</a:t>
            </a:r>
            <a:r>
              <a:rPr lang="zh-CN" altLang="en-US" sz="2000" dirty="0">
                <a:latin typeface="+mn-ea"/>
              </a:rPr>
              <a:t>声旁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3A89144-CC89-4442-918F-FC31525D4EF5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F4C4AAD-CF3B-6214-8643-695DE30D7D66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61A22F0-715F-A295-89DD-133E92C5ECD8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将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jd1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p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9A91F92-67B1-5601-018A-F0BB2354FC95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丬</a:t>
            </a:r>
            <a:endParaRPr lang="zh-CN" altLang="en-US" sz="199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12320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70F8BE-BD6A-9E93-A553-6F6E60242A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712F1D-DE85-409A-63B7-82794B8048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P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攴片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殳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丬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皮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髟㐅</a:t>
            </a:r>
            <a:endParaRPr lang="zh-CN" altLang="en-US" sz="18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F9FDE17-116A-8E48-0EC5-C847F6257D51}"/>
              </a:ext>
            </a:extLst>
          </p:cNvPr>
          <p:cNvSpPr txBox="1"/>
          <p:nvPr/>
        </p:nvSpPr>
        <p:spPr>
          <a:xfrm>
            <a:off x="1264274" y="3789040"/>
            <a:ext cx="761747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pi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8CAE062-214C-169C-B049-40CCE3F51CE0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937417D-799C-FCAE-0C03-CB6A667C922B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90BBD3D-6DF5-29DD-1D87-30554B683F30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E392EE9-3A39-7B82-5166-638649205FE8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3430ACA-0196-0B60-5D51-7DA1AF9F2A76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2A458FB1-C526-4A0A-3A8F-F6045355C833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D7144747-5AD0-3D84-2193-0E300DF97D2B}"/>
              </a:ext>
            </a:extLst>
          </p:cNvPr>
          <p:cNvSpPr txBox="1"/>
          <p:nvPr/>
        </p:nvSpPr>
        <p:spPr>
          <a:xfrm>
            <a:off x="3832112" y="2130985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皮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95F7F75-4F8D-9E2C-BAF3-E9E21245D566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B83D3FB-3EA7-EF3F-42F2-C7D74630D3F9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3385927-C222-1648-43BD-AB7CEE34E564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皱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vb4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p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C61A137-C848-669C-A6F8-F8170D081AB7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皮</a:t>
            </a:r>
            <a:endParaRPr lang="zh-CN" altLang="en-US" sz="199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755669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1BA665-4511-21FE-D154-C61E1D722E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E97009-DE97-1752-71D6-66B4AF6DA3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P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攴片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殳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丬皮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髟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㐅</a:t>
            </a:r>
            <a:endParaRPr lang="zh-CN" altLang="en-US" sz="18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EF6F763-2227-A4B8-E261-D812C6006B83}"/>
              </a:ext>
            </a:extLst>
          </p:cNvPr>
          <p:cNvSpPr txBox="1"/>
          <p:nvPr/>
        </p:nvSpPr>
        <p:spPr>
          <a:xfrm>
            <a:off x="1264274" y="3789040"/>
            <a:ext cx="973343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pb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F5DEF53-5CAB-841F-BE5A-14D30A5F1033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9116011-B3EE-FFBF-78C6-5353CD3062C2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427F281-539F-F8C4-BCF1-A0BEF4DFA204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9996BEC-C940-0F28-251D-5500864A476C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92398B4-94A3-40C8-3030-7C350FACF483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D8D2F8FA-BE0F-1775-221D-1E13FDCA555E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6E4845AD-1DE4-7343-176C-76319DB0D025}"/>
              </a:ext>
            </a:extLst>
          </p:cNvPr>
          <p:cNvSpPr txBox="1"/>
          <p:nvPr/>
        </p:nvSpPr>
        <p:spPr>
          <a:xfrm>
            <a:off x="3832112" y="2130985"/>
            <a:ext cx="241604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来自“丿”</a:t>
            </a:r>
            <a:endParaRPr lang="en-US" altLang="zh-CN" sz="2000" dirty="0">
              <a:latin typeface="+mn-ea"/>
            </a:endParaRPr>
          </a:p>
          <a:p>
            <a:r>
              <a:rPr lang="zh-CN" altLang="en-US" sz="2000" dirty="0">
                <a:latin typeface="+mn-ea"/>
              </a:rPr>
              <a:t>“</a:t>
            </a:r>
            <a:r>
              <a:rPr lang="zh-CN" altLang="zh-CN" dirty="0"/>
              <a:t>长長镸</a:t>
            </a:r>
            <a:r>
              <a:rPr lang="zh-CN" altLang="en-US" sz="2000" dirty="0">
                <a:latin typeface="+mn-ea"/>
              </a:rPr>
              <a:t>”代替为此</a:t>
            </a:r>
            <a:endParaRPr lang="en-US" altLang="zh-CN" sz="2000" dirty="0">
              <a:latin typeface="+mn-ea"/>
            </a:endParaRPr>
          </a:p>
          <a:p>
            <a:r>
              <a:rPr lang="en-US" altLang="zh-CN" sz="2000" dirty="0">
                <a:latin typeface="+mn-ea"/>
              </a:rPr>
              <a:t>biao1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A4090E3-DAD3-D38E-D927-19FC9AD7C6BB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800000"/>
                </a:highlight>
                <a:latin typeface="得意黑" pitchFamily="2" charset="-122"/>
                <a:ea typeface="得意黑" pitchFamily="2" charset="-122"/>
              </a:rPr>
              <a:t>别码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31B50E0-93D8-1CBD-F9A9-3ADF74AF2826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0544378-F553-F444-ABD4-48DEF9D81507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髻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ji4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p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1EF3BB3-597F-A62C-B723-3762320876F6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髟</a:t>
            </a:r>
            <a:endParaRPr lang="zh-CN" altLang="en-US" sz="199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284899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3072C8-686D-B54D-FB1C-FEC2C6C83B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2F6E2A-283F-5EBE-E7DA-255BAD102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P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攴片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殳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丬皮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髟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㐅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780C998-E9FE-D602-AAEF-C716A17A8D2B}"/>
              </a:ext>
            </a:extLst>
          </p:cNvPr>
          <p:cNvSpPr txBox="1"/>
          <p:nvPr/>
        </p:nvSpPr>
        <p:spPr>
          <a:xfrm>
            <a:off x="1264274" y="3789040"/>
            <a:ext cx="976549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pn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DBD804E-9C85-BEA6-0CAE-665D64B01C2B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F5C728E-1D42-1945-B8E0-C816F0EAC5BA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26832E6-8164-62DA-957C-9D47291A465C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8941D6F-B028-F367-280B-06BEF8C0A382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4CB5099-7BF4-B4D0-F122-236D15FD6AC7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02A34BCF-A573-E951-80DA-F08DAE22F62A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C6FE48EB-6A0C-BF5B-167B-85BB4CE42F0E}"/>
              </a:ext>
            </a:extLst>
          </p:cNvPr>
          <p:cNvSpPr txBox="1"/>
          <p:nvPr/>
        </p:nvSpPr>
        <p:spPr>
          <a:xfrm>
            <a:off x="3832112" y="2130985"/>
            <a:ext cx="17235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一“撇”一捺</a:t>
            </a:r>
            <a:endParaRPr lang="en-US" altLang="zh-CN" sz="2000" dirty="0">
              <a:latin typeface="+mn-ea"/>
            </a:endParaRPr>
          </a:p>
          <a:p>
            <a:r>
              <a:rPr lang="en-US" altLang="zh-CN" sz="2000" dirty="0">
                <a:latin typeface="+mn-ea"/>
              </a:rPr>
              <a:t>wu3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37E7185-2FD9-A47D-C62B-1077DDFD3546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800000"/>
                </a:highlight>
                <a:latin typeface="得意黑" pitchFamily="2" charset="-122"/>
                <a:ea typeface="得意黑" pitchFamily="2" charset="-122"/>
              </a:rPr>
              <a:t>别码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A175714-1EEF-E055-889A-E46D36DC1064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D04E53E-A255-6257-07D1-E21D7C6CD647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囟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xn4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p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B2C44BA-43AB-CCC9-ABCF-20A1D09A00B8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㐅</a:t>
            </a:r>
            <a:endParaRPr lang="zh-CN" altLang="en-US" sz="199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607417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0AAB0F-7ADE-9614-9AA0-0BB9E18821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749A42-8F2F-60FB-3A79-CD8F8A76DA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Q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气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犬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豸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欠青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81319F3-FF24-E800-D863-EEECDEDCAA3B}"/>
              </a:ext>
            </a:extLst>
          </p:cNvPr>
          <p:cNvSpPr txBox="1"/>
          <p:nvPr/>
        </p:nvSpPr>
        <p:spPr>
          <a:xfrm>
            <a:off x="1264274" y="3789040"/>
            <a:ext cx="752129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qi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C0AC470-4E45-CCDD-4AD0-FDA4D6B1618A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8ACEE14-2FC2-EE06-2F7A-305F7713E146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F8CE99D-E690-0168-2568-AA087D5ADA71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C10F747-B6A8-C1C8-871B-D223B878D093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16AA048-8522-CE10-BE77-24324983153A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C231B53B-1CA3-C535-07BA-F697F4253677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F6BD7AF5-7058-68EF-25AE-7E4D6DC1ED76}"/>
              </a:ext>
            </a:extLst>
          </p:cNvPr>
          <p:cNvSpPr txBox="1"/>
          <p:nvPr/>
        </p:nvSpPr>
        <p:spPr>
          <a:xfrm>
            <a:off x="3832112" y="2130985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气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D73C849-CA05-2554-ED21-1B2D932180BA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0B3E4FF-3CFC-E3A1-6840-126414F5C5B4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4C006F7-6A3B-C0AF-4302-FE6F5518E30C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氧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yh3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q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EEA9869-EF45-F20D-CE97-9994CAAF0B57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气</a:t>
            </a:r>
            <a:endParaRPr lang="zh-CN" altLang="en-US" sz="199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113280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52F123-EF46-5693-358D-376AE63E37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2B23CA-9C26-1163-3520-5A96392FDB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Q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气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犬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豸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欠青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F8110D8-BEA9-F4CF-C3D5-415DC9843BD6}"/>
              </a:ext>
            </a:extLst>
          </p:cNvPr>
          <p:cNvSpPr txBox="1"/>
          <p:nvPr/>
        </p:nvSpPr>
        <p:spPr>
          <a:xfrm>
            <a:off x="1264274" y="3789040"/>
            <a:ext cx="827471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qr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CD8899F-9D55-D71A-BC2D-76C502F1BA10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229FD57-D2EA-DC56-99E3-FBAA3F03B4E6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EBD2AE8-325B-3A45-8456-874A6C4EBC7B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BA1DEDA-23C2-008C-3931-D13E87A2838C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FD908C4-498B-535E-C8C4-573B6A2AC17A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6FF6CD17-08CA-E463-3692-BBC7F0E5F98F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EC35016C-F6E4-6D8A-D8D1-6AF733F4F3AC}"/>
              </a:ext>
            </a:extLst>
          </p:cNvPr>
          <p:cNvSpPr txBox="1"/>
          <p:nvPr/>
        </p:nvSpPr>
        <p:spPr>
          <a:xfrm>
            <a:off x="3832112" y="2130985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犬犭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C4144BB-CB6A-67C2-F180-A6D1294ABCEF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0DFFAFF-0004-54C3-0CEC-212593B7C382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BD7F325-6B3B-9DB2-5085-D4EB9FBB603E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狼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lh2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q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E503032-07F8-635F-CC0C-1005641E5115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犬</a:t>
            </a:r>
            <a:endParaRPr lang="zh-CN" altLang="en-US" sz="199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480265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539EFB-24D9-D5AC-C459-91286242A5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B219AA-45BB-9A66-5DD1-B43F69FF4C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Q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气犬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豸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欠青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6A1722B-C244-B39B-5923-48DE6996099E}"/>
              </a:ext>
            </a:extLst>
          </p:cNvPr>
          <p:cNvSpPr txBox="1"/>
          <p:nvPr/>
        </p:nvSpPr>
        <p:spPr>
          <a:xfrm>
            <a:off x="1264274" y="3789040"/>
            <a:ext cx="950901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qv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AA3050D-379A-14A5-FB34-D5715DE4937B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380B470-CFA5-9CE5-D112-D22F606EC2ED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4EE4E09-C234-CC30-C6D6-B5E8503E5C50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F6A5155-4EAD-6D16-1B63-62D3F282D8E4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27A9665-5A24-6AAA-7B1F-49FEA84F3073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290A0224-B2FC-DD15-39D8-517A1D6B9D9D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EC124C40-B0E4-4E00-5047-C7AB7F74DCF7}"/>
              </a:ext>
            </a:extLst>
          </p:cNvPr>
          <p:cNvSpPr txBox="1"/>
          <p:nvPr/>
        </p:nvSpPr>
        <p:spPr>
          <a:xfrm>
            <a:off x="3832112" y="2130985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同犬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C9BB044-5C73-01F9-53E5-37C4BE95F4C3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800000"/>
                </a:highlight>
                <a:latin typeface="得意黑" pitchFamily="2" charset="-122"/>
                <a:ea typeface="得意黑" pitchFamily="2" charset="-122"/>
              </a:rPr>
              <a:t>别码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C37FA3E-EFB6-9E5C-C018-5A0CD658ADA5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912220E-DDCA-766C-87F4-37452FB7207D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豺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il2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q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499873B-C80B-0491-1A60-2383A9E37DF5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豸</a:t>
            </a:r>
            <a:endParaRPr lang="zh-CN" altLang="en-US" sz="199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515351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D1CC92-FD4E-2D19-388D-A5500957EB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01B1ED-83D0-588D-7008-629AAB1101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Q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气犬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豸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欠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青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1917511-196A-871F-C6CF-6E95B2344571}"/>
              </a:ext>
            </a:extLst>
          </p:cNvPr>
          <p:cNvSpPr txBox="1"/>
          <p:nvPr/>
        </p:nvSpPr>
        <p:spPr>
          <a:xfrm>
            <a:off x="1264274" y="3789040"/>
            <a:ext cx="1167307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qm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7A8C1C2-6077-188A-5FBA-585E229092DC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DDAD7F1-EF2C-5FC8-7485-B77C4526157B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056C616-A0E6-6DEE-FE5A-5FE319AF5FEA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0BF7D48-B62D-1925-356E-A7CC186BB46D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E2D2D94-FC75-8560-CF70-7E6F37C2A17F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B2F07D10-D4A9-EEB9-9990-97D463A7F114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0F39004B-FC27-861D-FCDB-7FC79DB19F14}"/>
              </a:ext>
            </a:extLst>
          </p:cNvPr>
          <p:cNvSpPr txBox="1"/>
          <p:nvPr/>
        </p:nvSpPr>
        <p:spPr>
          <a:xfrm>
            <a:off x="3832112" y="2130985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欠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BC01D4C-D32B-9BA3-ED2D-555BB900D0C0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BAA71C2-6300-586C-5656-175D13E6BEE2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89A1C7A-53CA-249C-F910-1F9DD92A6376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欺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qi1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q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690E249-FDB6-4612-FF31-69184624E8D5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欠</a:t>
            </a:r>
            <a:endParaRPr lang="zh-CN" altLang="en-US" sz="199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867341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B8875C-4D41-09D9-E510-25483BE3CC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BD0466-77E9-CD8D-F78B-7C9C2C52E8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Q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气犬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豸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欠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青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7279058-D4F1-ABF7-F1A4-3EDC3C4098E2}"/>
              </a:ext>
            </a:extLst>
          </p:cNvPr>
          <p:cNvSpPr txBox="1"/>
          <p:nvPr/>
        </p:nvSpPr>
        <p:spPr>
          <a:xfrm>
            <a:off x="1264274" y="3789040"/>
            <a:ext cx="790601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q;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0CE35D2-86F9-51EF-0849-27CA9A29A38D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639B506-2963-C187-C060-7349E1E71295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A8040A4-631F-0CE8-E06A-9A24B3111728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9405BCB-F39B-3560-D29A-4DDF8B6895D0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B01DE15-9C17-775E-5ADE-2337DBA2F617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F905C6EC-71AD-24CF-4A82-6E2FA8ADBBFB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58D2DB53-4D60-53CC-C1FD-48853B065A67}"/>
              </a:ext>
            </a:extLst>
          </p:cNvPr>
          <p:cNvSpPr txBox="1"/>
          <p:nvPr/>
        </p:nvSpPr>
        <p:spPr>
          <a:xfrm>
            <a:off x="3832112" y="2130985"/>
            <a:ext cx="146706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变体青字头</a:t>
            </a:r>
            <a:endParaRPr lang="en-US" altLang="zh-CN" sz="2000" dirty="0">
              <a:latin typeface="+mn-ea"/>
            </a:endParaRPr>
          </a:p>
          <a:p>
            <a:r>
              <a:rPr lang="zh-CN" altLang="en-US" sz="2000" dirty="0">
                <a:latin typeface="+mn-ea"/>
              </a:rPr>
              <a:t>龶</a:t>
            </a:r>
            <a:endParaRPr lang="en-US" altLang="zh-CN" sz="2000" dirty="0">
              <a:latin typeface="+mn-ea"/>
            </a:endParaRPr>
          </a:p>
          <a:p>
            <a:r>
              <a:rPr lang="zh-CN" altLang="en-US" sz="2000" dirty="0">
                <a:latin typeface="+mn-ea"/>
              </a:rPr>
              <a:t>有优先性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AACE00C-09CB-621C-FEBC-38A8CBA79E42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EF581AD-DB9D-9187-37FD-26B15621FEC8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B2967BF-20DD-6229-B3E1-4CA229BBCFA3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毒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du2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q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2EFA15C-FD32-5055-1456-0D36DED2FA7F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青</a:t>
            </a:r>
            <a:endParaRPr lang="zh-CN" altLang="en-US" sz="199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497569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B190CC-7A65-8732-0D29-3B0B89B8A8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E3E83E-CEA6-A7AE-861A-71202A6145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R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人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肉入日</a:t>
            </a:r>
            <a:r>
              <a:rPr lang="ja-JP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リ</a:t>
            </a:r>
            <a:endParaRPr lang="zh-CN" altLang="en-US" sz="18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B170A32-FADB-F31B-71FC-C5D52DF12033}"/>
              </a:ext>
            </a:extLst>
          </p:cNvPr>
          <p:cNvSpPr txBox="1"/>
          <p:nvPr/>
        </p:nvSpPr>
        <p:spPr>
          <a:xfrm>
            <a:off x="1264274" y="3789040"/>
            <a:ext cx="649537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rf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C3B5C0B-01A1-F10F-15E0-71E078275CFE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D7DC3DC-A158-1559-E26A-B6E323AEB82B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8859EBF-10E3-4BD9-3708-B665A1DD38F9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362A1BC-0113-DD85-2528-875F60E466AC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A972C89-C1B7-2678-FD07-EC0CEA892842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350EBDC4-2410-904D-B459-FC5D59C5E6A9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F48B16A7-E56C-066E-A3BD-D1E954A44269}"/>
              </a:ext>
            </a:extLst>
          </p:cNvPr>
          <p:cNvSpPr txBox="1"/>
          <p:nvPr/>
        </p:nvSpPr>
        <p:spPr>
          <a:xfrm>
            <a:off x="3832112" y="2130985"/>
            <a:ext cx="9284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人亻</a:t>
            </a:r>
            <a:r>
              <a:rPr lang="zh-CN" altLang="en-US" dirty="0"/>
              <a:t>𠂉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C1A93D0-6CFA-7F03-9D1B-27476EB4C012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1C56CAF-A565-C4BE-5ADD-9060A47574EB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4B5C76D-314D-C77C-87BC-50FBBFDA2505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似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si4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r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41CFB7F-B38B-1705-A3C1-B3E5A592BDBB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人</a:t>
            </a:r>
            <a:endParaRPr lang="zh-CN" altLang="en-US" sz="199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134093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780BAD-5F21-CAAE-A8E4-3B27DCDC0F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368E8D-0AE6-A174-276E-72A221C306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R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人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肉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入日</a:t>
            </a:r>
            <a:r>
              <a:rPr lang="ja-JP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リ</a:t>
            </a:r>
            <a:endParaRPr lang="zh-CN" altLang="en-US" sz="18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90312DE-BBDB-1AC9-D73A-C4E004F66C6B}"/>
              </a:ext>
            </a:extLst>
          </p:cNvPr>
          <p:cNvSpPr txBox="1"/>
          <p:nvPr/>
        </p:nvSpPr>
        <p:spPr>
          <a:xfrm>
            <a:off x="1264274" y="3789040"/>
            <a:ext cx="821059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rb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A7036DC-6438-9A18-C5EC-F76FB2F8A4FF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1B9D1C7-A54A-3D4C-FA2B-57E88AAA9FB5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DB7BE96-35F6-511C-8E80-AF63B8A10C0E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B7F7F20-7B64-D465-17BE-71B29E06F815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E0AC764-C621-DE69-E96E-2E2E65E730C0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2C6C4E66-23DF-8436-8D43-42ADD0DFA36D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FE841A7A-E02E-C60A-EFEC-678CCEFB054D}"/>
              </a:ext>
            </a:extLst>
          </p:cNvPr>
          <p:cNvSpPr txBox="1"/>
          <p:nvPr/>
        </p:nvSpPr>
        <p:spPr>
          <a:xfrm>
            <a:off x="3832112" y="2130985"/>
            <a:ext cx="2236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包括肉月旁“⺼”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3E2927D-70A7-4E11-17D2-AB22BA177F99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B7EC748-75B9-BA63-D1FA-AC169B26DD86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11381AE-C540-7D0A-63C4-BBFD3E3FCC91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有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yb3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r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B7CEEB5-623E-17D4-89DE-3D10D40BC249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肉</a:t>
            </a:r>
            <a:endParaRPr lang="zh-CN" altLang="en-US" sz="199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046803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FCF547-E2B1-6A58-FC22-BD6AC03B29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AB952B-6B9A-DF25-473C-1CD28BBAA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R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人肉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入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日</a:t>
            </a:r>
            <a:r>
              <a:rPr lang="ja-JP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リ</a:t>
            </a:r>
            <a:endParaRPr lang="zh-CN" altLang="en-US" sz="18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434D23B-EFED-5C6D-B4A4-8242EDBE85B9}"/>
              </a:ext>
            </a:extLst>
          </p:cNvPr>
          <p:cNvSpPr txBox="1"/>
          <p:nvPr/>
        </p:nvSpPr>
        <p:spPr>
          <a:xfrm>
            <a:off x="1264274" y="3789040"/>
            <a:ext cx="813043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ru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AE265F1-3712-A812-C911-515697773613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C32252C-036F-2CEF-1CDC-5A2E162D3605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87BDBC9-E001-2F5A-3CA5-C4AD4EB631FB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BB1B248-B37D-408E-AFA8-255ADBE6F4C5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C5DC7DD-FAB9-AE29-6847-F41BDE77A85E}"/>
              </a:ext>
            </a:extLst>
          </p:cNvPr>
          <p:cNvSpPr txBox="1"/>
          <p:nvPr/>
        </p:nvSpPr>
        <p:spPr>
          <a:xfrm>
            <a:off x="3856241" y="4050650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全</a:t>
            </a:r>
            <a:r>
              <a:rPr lang="en-US" altLang="zh-CN" sz="2000" dirty="0">
                <a:latin typeface="+mn-ea"/>
              </a:rPr>
              <a:t>qr2r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0A98D93D-5921-C83C-D2D5-A9D625D326ED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A3C0549E-847A-D113-8CBB-523315EB7C32}"/>
              </a:ext>
            </a:extLst>
          </p:cNvPr>
          <p:cNvSpPr txBox="1"/>
          <p:nvPr/>
        </p:nvSpPr>
        <p:spPr>
          <a:xfrm>
            <a:off x="3832112" y="2130985"/>
            <a:ext cx="17235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并入“人”</a:t>
            </a:r>
            <a:endParaRPr lang="en-US" altLang="zh-CN" sz="2000" dirty="0">
              <a:latin typeface="+mn-ea"/>
            </a:endParaRPr>
          </a:p>
          <a:p>
            <a:r>
              <a:rPr lang="zh-CN" altLang="en-US" sz="2000" dirty="0">
                <a:latin typeface="+mn-ea"/>
              </a:rPr>
              <a:t>因此暂无例字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71399EF-2823-69C6-E799-731FBB80C003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74BF2F8-9C79-7CCB-0619-3D24504B4EDE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DF9C533-7181-5222-9E2F-67087F8DF3A6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-</a:t>
            </a:r>
            <a:endParaRPr lang="zh-CN" altLang="en-US" sz="4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ctr"/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-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19789C0-B08B-50D6-D473-4D3BCC5159BB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入</a:t>
            </a:r>
            <a:endParaRPr lang="zh-CN" altLang="en-US" sz="199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311584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08F81B-CFB5-CFC4-64A8-C716B44E16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941439-60CB-4641-7E70-40DF3A8F66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R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人肉入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日</a:t>
            </a:r>
            <a:r>
              <a:rPr lang="ja-JP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リ</a:t>
            </a:r>
            <a:endParaRPr lang="zh-CN" altLang="en-US" sz="18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FBCD760-E04C-52B3-9A80-42CB6B301021}"/>
              </a:ext>
            </a:extLst>
          </p:cNvPr>
          <p:cNvSpPr txBox="1"/>
          <p:nvPr/>
        </p:nvSpPr>
        <p:spPr>
          <a:xfrm>
            <a:off x="1264274" y="3789040"/>
            <a:ext cx="609462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ri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48008DD-9A91-BACD-5623-DE642426AF4F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63C399B-AE62-A939-F473-6B21AB62BE4B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0BE6398-F1D2-FB5A-BBA1-EAA6C0AA44DE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C6269D6-4801-0AB4-5DEB-B6525D19694D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BF7433F-F85C-4112-E47A-A6E7A41878CE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77E2E6CF-E18C-5C35-C32D-CA3ED2DEC7B3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B0E89F71-1E80-BE6C-82A4-F7129403DF2C}"/>
              </a:ext>
            </a:extLst>
          </p:cNvPr>
          <p:cNvSpPr txBox="1"/>
          <p:nvPr/>
        </p:nvSpPr>
        <p:spPr>
          <a:xfrm>
            <a:off x="3832112" y="2130985"/>
            <a:ext cx="198002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日</a:t>
            </a:r>
            <a:endParaRPr lang="en-US" altLang="zh-CN" sz="2000" dirty="0">
              <a:latin typeface="+mn-ea"/>
            </a:endParaRPr>
          </a:p>
          <a:p>
            <a:r>
              <a:rPr lang="zh-CN" altLang="en-US" sz="2000" dirty="0">
                <a:latin typeface="+mn-ea"/>
              </a:rPr>
              <a:t>变体“</a:t>
            </a:r>
            <a:r>
              <a:rPr lang="zh-CN" altLang="zh-CN" dirty="0"/>
              <a:t>冃</a:t>
            </a:r>
            <a:r>
              <a:rPr lang="zh-CN" altLang="en-US" sz="2000" dirty="0">
                <a:latin typeface="+mn-ea"/>
              </a:rPr>
              <a:t>”</a:t>
            </a:r>
            <a:endParaRPr lang="en-US" altLang="zh-CN" sz="2000" dirty="0">
              <a:latin typeface="+mn-ea"/>
            </a:endParaRPr>
          </a:p>
          <a:p>
            <a:r>
              <a:rPr lang="zh-CN" altLang="en-US" sz="2000" dirty="0">
                <a:latin typeface="+mn-ea"/>
              </a:rPr>
              <a:t>“曰”代替为此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0ABE4D3-64E5-A6CE-2B5A-3A0C713AECEA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17BA577-3EFE-7556-0AE2-114777E33F3E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2326172-DDB6-E5D5-C458-87FF6068CD1B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晒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ul4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r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FEDD73-D5B8-35FF-4F3D-D77B9D237BA5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日</a:t>
            </a:r>
            <a:endParaRPr lang="zh-CN" altLang="en-US" sz="199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104447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0F2E31-1B8F-68EC-6BC3-0F257F0E0F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B8F94B-21D5-822A-C51E-2EFCAF3E54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R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人肉入日</a:t>
            </a:r>
            <a:r>
              <a:rPr lang="ja-JP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リ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3316A06-EBC2-B694-6519-643D09F553FA}"/>
              </a:ext>
            </a:extLst>
          </p:cNvPr>
          <p:cNvSpPr txBox="1"/>
          <p:nvPr/>
        </p:nvSpPr>
        <p:spPr>
          <a:xfrm>
            <a:off x="1264274" y="3789040"/>
            <a:ext cx="614271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rl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9E28763-14E0-D400-9D7D-36C8E9B8A9F6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D484F61-7380-6040-48DD-EAD9E9777D9F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6B3D1D2-2A34-2ADE-E5CE-CC55293650F4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99C12BC-7993-7FD8-A8FA-D4A57F012050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F541F3C-B58F-369F-2C4F-FC0C96284097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A5CFE562-CC5C-0515-1D57-4E5283464BF2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22EC600D-933C-4DDB-8E5C-B1157E6D1C00}"/>
              </a:ext>
            </a:extLst>
          </p:cNvPr>
          <p:cNvSpPr txBox="1"/>
          <p:nvPr/>
        </p:nvSpPr>
        <p:spPr>
          <a:xfrm>
            <a:off x="3832112" y="2130985"/>
            <a:ext cx="144142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片假</a:t>
            </a:r>
            <a:r>
              <a:rPr lang="ja-JP" altLang="en-US" sz="2000" dirty="0">
                <a:latin typeface="+mn-ea"/>
              </a:rPr>
              <a:t>リ</a:t>
            </a:r>
            <a:r>
              <a:rPr lang="zh-CN" altLang="en-US" sz="2000" dirty="0">
                <a:latin typeface="+mn-ea"/>
              </a:rPr>
              <a:t>→</a:t>
            </a:r>
            <a:r>
              <a:rPr lang="en-US" altLang="zh-CN" sz="2000" dirty="0" err="1">
                <a:latin typeface="+mn-ea"/>
              </a:rPr>
              <a:t>ri</a:t>
            </a:r>
            <a:endParaRPr lang="en-US" altLang="zh-CN" sz="2000" dirty="0">
              <a:latin typeface="+mn-ea"/>
            </a:endParaRPr>
          </a:p>
          <a:p>
            <a:r>
              <a:rPr lang="zh-CN" altLang="en-US" sz="2000" dirty="0">
                <a:latin typeface="+mn-ea"/>
              </a:rPr>
              <a:t>“</a:t>
            </a:r>
            <a:r>
              <a:rPr lang="zh-CN" altLang="en-US" dirty="0"/>
              <a:t>𠂤</a:t>
            </a:r>
            <a:r>
              <a:rPr lang="zh-CN" altLang="en-US" sz="2000" dirty="0">
                <a:latin typeface="+mn-ea"/>
              </a:rPr>
              <a:t>”简化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4A6CC49-3222-343D-974B-332656962664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800000"/>
                </a:highlight>
                <a:latin typeface="得意黑" pitchFamily="2" charset="-122"/>
                <a:ea typeface="得意黑" pitchFamily="2" charset="-122"/>
              </a:rPr>
              <a:t>别码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2399252-2AFB-7450-DE51-99024E18657E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A2F6868-9E97-4929-9D79-50EB9556545E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归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gv1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r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2E6A4E4-5372-A6FF-FEC0-78FE7DEEE8CC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ja-JP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リ</a:t>
            </a:r>
            <a:endParaRPr lang="zh-CN" altLang="en-US" sz="199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30864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3F8DAC-E84D-6AC7-090D-2A9FC795A1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CCACBC-B3B7-DB6B-3D5D-F04384F7F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S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示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丝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石尸十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厶巳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4572AF5A-CE7B-1F3E-F644-524958FC1A8F}"/>
              </a:ext>
            </a:extLst>
          </p:cNvPr>
          <p:cNvSpPr txBox="1">
            <a:spLocks/>
          </p:cNvSpPr>
          <p:nvPr/>
        </p:nvSpPr>
        <p:spPr>
          <a:xfrm>
            <a:off x="1044472" y="44624"/>
            <a:ext cx="7127928" cy="964409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matte">
              <a:bevelT w="12700" h="127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lang="zh-CN" altLang="en-US" sz="4400" b="0" kern="1200" spc="50">
                <a:ln w="12700">
                  <a:noFill/>
                  <a:prstDash val="solid"/>
                </a:ln>
                <a:solidFill>
                  <a:schemeClr val="accent4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latinLnBrk="0" hangingPunct="1">
              <a:defRPr kumimoji="0">
                <a:solidFill>
                  <a:schemeClr val="tx2"/>
                </a:solidFill>
              </a:defRPr>
            </a:lvl2pPr>
            <a:lvl3pPr eaLnBrk="1" latinLnBrk="0" hangingPunct="1">
              <a:defRPr kumimoji="0">
                <a:solidFill>
                  <a:schemeClr val="tx2"/>
                </a:solidFill>
              </a:defRPr>
            </a:lvl3pPr>
            <a:lvl4pPr eaLnBrk="1" latinLnBrk="0" hangingPunct="1">
              <a:defRPr kumimoji="0">
                <a:solidFill>
                  <a:schemeClr val="tx2"/>
                </a:solidFill>
              </a:defRPr>
            </a:lvl4pPr>
            <a:lvl5pPr eaLnBrk="1" latinLnBrk="0" hangingPunct="1">
              <a:defRPr kumimoji="0">
                <a:solidFill>
                  <a:schemeClr val="tx2"/>
                </a:solidFill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S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示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丝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石尸十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厶巳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A065195-16CD-D835-917A-234FE3E4E8D3}"/>
              </a:ext>
            </a:extLst>
          </p:cNvPr>
          <p:cNvSpPr txBox="1"/>
          <p:nvPr/>
        </p:nvSpPr>
        <p:spPr>
          <a:xfrm>
            <a:off x="1264274" y="3789040"/>
            <a:ext cx="800219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su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1D4BF3C-78B5-062C-68D6-9DD816ED8603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1119982-CAEA-179F-A617-3B037AA9CA5E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6D38746-8F93-8A76-08BF-DFCB138F6927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32AFC89-394A-E68A-1365-EB6D19DD3A9B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AEDE0FC-B575-EE3D-4FC5-527BD9BD43D3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045C7E96-3F63-B897-410F-D96CAB174292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4D25AE50-B8AD-9AD9-177B-E2D0004257F6}"/>
              </a:ext>
            </a:extLst>
          </p:cNvPr>
          <p:cNvSpPr txBox="1"/>
          <p:nvPr/>
        </p:nvSpPr>
        <p:spPr>
          <a:xfrm>
            <a:off x="3832112" y="2130985"/>
            <a:ext cx="185178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礻，</a:t>
            </a:r>
            <a:r>
              <a:rPr lang="en-US" altLang="zh-CN" sz="2000" dirty="0" err="1">
                <a:latin typeface="+mn-ea"/>
              </a:rPr>
              <a:t>sh</a:t>
            </a:r>
            <a:r>
              <a:rPr lang="zh-CN" altLang="en-US" sz="2000" dirty="0">
                <a:latin typeface="+mn-ea"/>
              </a:rPr>
              <a:t>迁移至</a:t>
            </a:r>
            <a:r>
              <a:rPr lang="en-US" altLang="zh-CN" sz="2000" dirty="0">
                <a:latin typeface="+mn-ea"/>
              </a:rPr>
              <a:t>s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0DF041C-53A0-9498-68D7-41AD3087C16D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800000"/>
                </a:highlight>
                <a:latin typeface="得意黑" pitchFamily="2" charset="-122"/>
                <a:ea typeface="得意黑" pitchFamily="2" charset="-122"/>
              </a:rPr>
              <a:t>别码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0BAB055-5BBD-E5C1-1ECA-213CC4B3BB74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286B246-19AE-CE06-7BAD-BF9445080F94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神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uf2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s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C5E7888-DA4A-1DC0-6239-041FD222C564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示</a:t>
            </a:r>
            <a:endParaRPr lang="zh-CN" altLang="en-US" sz="199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657982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73EC3E-07A1-4DA2-60D7-A8C3DF5F50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4E3DB9F1-583F-D512-EE4A-F5ACD8ABE6D0}"/>
              </a:ext>
            </a:extLst>
          </p:cNvPr>
          <p:cNvSpPr txBox="1">
            <a:spLocks/>
          </p:cNvSpPr>
          <p:nvPr/>
        </p:nvSpPr>
        <p:spPr>
          <a:xfrm>
            <a:off x="1044472" y="49978"/>
            <a:ext cx="7127928" cy="964409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matte">
              <a:bevelT w="12700" h="127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lang="zh-CN" altLang="en-US" sz="4400" b="0" kern="1200" spc="50">
                <a:ln w="12700">
                  <a:noFill/>
                  <a:prstDash val="solid"/>
                </a:ln>
                <a:solidFill>
                  <a:schemeClr val="accent4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latinLnBrk="0" hangingPunct="1">
              <a:defRPr kumimoji="0">
                <a:solidFill>
                  <a:schemeClr val="tx2"/>
                </a:solidFill>
              </a:defRPr>
            </a:lvl2pPr>
            <a:lvl3pPr eaLnBrk="1" latinLnBrk="0" hangingPunct="1">
              <a:defRPr kumimoji="0">
                <a:solidFill>
                  <a:schemeClr val="tx2"/>
                </a:solidFill>
              </a:defRPr>
            </a:lvl3pPr>
            <a:lvl4pPr eaLnBrk="1" latinLnBrk="0" hangingPunct="1">
              <a:defRPr kumimoji="0">
                <a:solidFill>
                  <a:schemeClr val="tx2"/>
                </a:solidFill>
              </a:defRPr>
            </a:lvl4pPr>
            <a:lvl5pPr eaLnBrk="1" latinLnBrk="0" hangingPunct="1">
              <a:defRPr kumimoji="0">
                <a:solidFill>
                  <a:schemeClr val="tx2"/>
                </a:solidFill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S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示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丝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石尸十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厶巳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A799F7B-ADC7-F7D0-15D8-37937630ABE3}"/>
              </a:ext>
            </a:extLst>
          </p:cNvPr>
          <p:cNvSpPr txBox="1"/>
          <p:nvPr/>
        </p:nvSpPr>
        <p:spPr>
          <a:xfrm>
            <a:off x="1264274" y="3789040"/>
            <a:ext cx="596638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si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C097AEE-F3EF-1FA7-76B0-C16BFF33CB4E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F446FCC-4426-21F3-6670-2615C767E0D6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2FB834C-031B-EA41-25A9-888B91E165D3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1AFA54A-62FC-D177-ED17-8466C9D372FD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8965EEF-E8C8-3D9C-FC48-C65580726C7B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A6370D0D-AE1E-8D01-DF53-6D394E38AA92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FBBE4F19-65B9-4A29-ED4C-98390FA03F53}"/>
              </a:ext>
            </a:extLst>
          </p:cNvPr>
          <p:cNvSpPr txBox="1"/>
          <p:nvPr/>
        </p:nvSpPr>
        <p:spPr>
          <a:xfrm>
            <a:off x="3832112" y="2130985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纟糸糹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8A5A99F-F6C2-3049-09D4-E0395B6FB464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9906C2A-B5B2-E6AB-C1C4-8923A43C7037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67F0DC3-9179-816F-3642-EB04C24FF6FF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线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xm4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s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7BF81E4-16AD-B4D5-4349-00B298D1490F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丝</a:t>
            </a:r>
            <a:endParaRPr lang="zh-CN" altLang="en-US" sz="199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819300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69DF3F-D522-4420-5C29-A1C548D7A2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6B05EF27-BC98-FD23-3C03-74F55327DF46}"/>
              </a:ext>
            </a:extLst>
          </p:cNvPr>
          <p:cNvSpPr txBox="1">
            <a:spLocks/>
          </p:cNvSpPr>
          <p:nvPr/>
        </p:nvSpPr>
        <p:spPr>
          <a:xfrm>
            <a:off x="1044472" y="49978"/>
            <a:ext cx="7127928" cy="964409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matte">
              <a:bevelT w="12700" h="127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lang="zh-CN" altLang="en-US" sz="4400" b="0" kern="1200" spc="50">
                <a:ln w="12700">
                  <a:noFill/>
                  <a:prstDash val="solid"/>
                </a:ln>
                <a:solidFill>
                  <a:schemeClr val="accent4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latinLnBrk="0" hangingPunct="1">
              <a:defRPr kumimoji="0">
                <a:solidFill>
                  <a:schemeClr val="tx2"/>
                </a:solidFill>
              </a:defRPr>
            </a:lvl2pPr>
            <a:lvl3pPr eaLnBrk="1" latinLnBrk="0" hangingPunct="1">
              <a:defRPr kumimoji="0">
                <a:solidFill>
                  <a:schemeClr val="tx2"/>
                </a:solidFill>
              </a:defRPr>
            </a:lvl3pPr>
            <a:lvl4pPr eaLnBrk="1" latinLnBrk="0" hangingPunct="1">
              <a:defRPr kumimoji="0">
                <a:solidFill>
                  <a:schemeClr val="tx2"/>
                </a:solidFill>
              </a:defRPr>
            </a:lvl4pPr>
            <a:lvl5pPr eaLnBrk="1" latinLnBrk="0" hangingPunct="1">
              <a:defRPr kumimoji="0">
                <a:solidFill>
                  <a:schemeClr val="tx2"/>
                </a:solidFill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S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示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丝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石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尸十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厶巳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CCCAC9E-9639-96DB-E42B-517B77CDACEE}"/>
              </a:ext>
            </a:extLst>
          </p:cNvPr>
          <p:cNvSpPr txBox="1"/>
          <p:nvPr/>
        </p:nvSpPr>
        <p:spPr>
          <a:xfrm>
            <a:off x="1264274" y="3789040"/>
            <a:ext cx="769763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sk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4D913C6-591C-C5A4-2546-882F48CDE400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F8C4C1A-01CB-2AF1-0625-081AB67C6798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6AAB172-732B-7117-1950-228309CE67C5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65E757C-6418-BD86-BB30-6950D68832CF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52A62E9-D9F6-E0CD-B50D-F1550E10A173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8AC0CCDD-390B-4EC7-F70E-2542D1F4B04B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7C02B80D-6562-2783-CEBA-AA53ADE06E49}"/>
              </a:ext>
            </a:extLst>
          </p:cNvPr>
          <p:cNvSpPr txBox="1"/>
          <p:nvPr/>
        </p:nvSpPr>
        <p:spPr>
          <a:xfrm>
            <a:off x="3832112" y="2130985"/>
            <a:ext cx="13388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 err="1">
                <a:latin typeface="+mn-ea"/>
              </a:rPr>
              <a:t>sh</a:t>
            </a:r>
            <a:r>
              <a:rPr lang="zh-CN" altLang="en-US" sz="2000" dirty="0">
                <a:latin typeface="+mn-ea"/>
              </a:rPr>
              <a:t>迁移至</a:t>
            </a:r>
            <a:r>
              <a:rPr lang="en-US" altLang="zh-CN" sz="2000" dirty="0">
                <a:latin typeface="+mn-ea"/>
              </a:rPr>
              <a:t>s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60FB996-8AC2-E654-7D24-8B773C93D427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800000"/>
                </a:highlight>
                <a:latin typeface="得意黑" pitchFamily="2" charset="-122"/>
                <a:ea typeface="得意黑" pitchFamily="2" charset="-122"/>
              </a:rPr>
              <a:t>别码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425C996-023D-96CF-8684-31F7B8ECB9AB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F900005-5E94-8374-E196-3008FDD9C946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碾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nm3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s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6CD8C6A-0207-7236-879A-1305B2DBBA07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石</a:t>
            </a:r>
            <a:endParaRPr lang="zh-CN" altLang="en-US" sz="199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084384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EA35FE-3D38-34DE-3800-A165188C8D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E7EE70B9-076D-581A-FFCD-1BFB0B19A2A3}"/>
              </a:ext>
            </a:extLst>
          </p:cNvPr>
          <p:cNvSpPr txBox="1">
            <a:spLocks/>
          </p:cNvSpPr>
          <p:nvPr/>
        </p:nvSpPr>
        <p:spPr>
          <a:xfrm>
            <a:off x="1044472" y="49978"/>
            <a:ext cx="7127928" cy="964409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matte">
              <a:bevelT w="12700" h="127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lang="zh-CN" altLang="en-US" sz="4400" b="0" kern="1200" spc="50">
                <a:ln w="12700">
                  <a:noFill/>
                  <a:prstDash val="solid"/>
                </a:ln>
                <a:solidFill>
                  <a:schemeClr val="accent4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latinLnBrk="0" hangingPunct="1">
              <a:defRPr kumimoji="0">
                <a:solidFill>
                  <a:schemeClr val="tx2"/>
                </a:solidFill>
              </a:defRPr>
            </a:lvl2pPr>
            <a:lvl3pPr eaLnBrk="1" latinLnBrk="0" hangingPunct="1">
              <a:defRPr kumimoji="0">
                <a:solidFill>
                  <a:schemeClr val="tx2"/>
                </a:solidFill>
              </a:defRPr>
            </a:lvl3pPr>
            <a:lvl4pPr eaLnBrk="1" latinLnBrk="0" hangingPunct="1">
              <a:defRPr kumimoji="0">
                <a:solidFill>
                  <a:schemeClr val="tx2"/>
                </a:solidFill>
              </a:defRPr>
            </a:lvl4pPr>
            <a:lvl5pPr eaLnBrk="1" latinLnBrk="0" hangingPunct="1">
              <a:defRPr kumimoji="0">
                <a:solidFill>
                  <a:schemeClr val="tx2"/>
                </a:solidFill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S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示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丝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石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尸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十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厶巳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87CBA14-2132-D5C0-5074-42C23C82F927}"/>
              </a:ext>
            </a:extLst>
          </p:cNvPr>
          <p:cNvSpPr txBox="1"/>
          <p:nvPr/>
        </p:nvSpPr>
        <p:spPr>
          <a:xfrm>
            <a:off x="1264274" y="3789040"/>
            <a:ext cx="824265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sp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8ED5550-7FAB-7E78-12BD-B3BA1E5582FC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5A0B000-7327-F632-1EE2-4B7D5DF42A5B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3FD30FF-914C-3579-D75B-35031F0316AF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83A4524-2989-E96D-A924-7835CE81DC60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A76D050-4AB1-7A1C-F721-EAC799D8E8C9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E3C81A92-3040-5733-BB6C-018061319B83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6FB96B03-2337-F0F5-6B7A-15ED2DC6340B}"/>
              </a:ext>
            </a:extLst>
          </p:cNvPr>
          <p:cNvSpPr txBox="1"/>
          <p:nvPr/>
        </p:nvSpPr>
        <p:spPr>
          <a:xfrm>
            <a:off x="3832112" y="2130985"/>
            <a:ext cx="13388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 err="1">
                <a:latin typeface="+mn-ea"/>
              </a:rPr>
              <a:t>sh</a:t>
            </a:r>
            <a:r>
              <a:rPr lang="zh-CN" altLang="en-US" sz="2000" dirty="0">
                <a:latin typeface="+mn-ea"/>
              </a:rPr>
              <a:t>迁移至</a:t>
            </a:r>
            <a:r>
              <a:rPr lang="en-US" altLang="zh-CN" sz="2000" dirty="0">
                <a:latin typeface="+mn-ea"/>
              </a:rPr>
              <a:t>s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2FD1704-0794-F44A-8984-C37C3D9FE095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800000"/>
                </a:highlight>
                <a:latin typeface="得意黑" pitchFamily="2" charset="-122"/>
                <a:ea typeface="得意黑" pitchFamily="2" charset="-122"/>
              </a:rPr>
              <a:t>别码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AA01844-4D91-3D5A-8A8F-E82DCEDC2BF8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47B9D2F-FD92-BC2C-B7C9-B26A1A806387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屉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ti4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s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3000FC0-3137-FB8C-B819-D292AB412A7C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尸</a:t>
            </a:r>
            <a:endParaRPr lang="zh-CN" altLang="en-US" sz="199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817469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3CD787-2BD8-AF70-85E7-3CA2BE744C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28D9FF27-7A70-1D3C-3110-12AD08D9FBFB}"/>
              </a:ext>
            </a:extLst>
          </p:cNvPr>
          <p:cNvSpPr txBox="1">
            <a:spLocks/>
          </p:cNvSpPr>
          <p:nvPr/>
        </p:nvSpPr>
        <p:spPr>
          <a:xfrm>
            <a:off x="1044472" y="49978"/>
            <a:ext cx="7127928" cy="964409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matte">
              <a:bevelT w="12700" h="127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lang="zh-CN" altLang="en-US" sz="4400" b="0" kern="1200" spc="50">
                <a:ln w="12700">
                  <a:noFill/>
                  <a:prstDash val="solid"/>
                </a:ln>
                <a:solidFill>
                  <a:schemeClr val="accent4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latinLnBrk="0" hangingPunct="1">
              <a:defRPr kumimoji="0">
                <a:solidFill>
                  <a:schemeClr val="tx2"/>
                </a:solidFill>
              </a:defRPr>
            </a:lvl2pPr>
            <a:lvl3pPr eaLnBrk="1" latinLnBrk="0" hangingPunct="1">
              <a:defRPr kumimoji="0">
                <a:solidFill>
                  <a:schemeClr val="tx2"/>
                </a:solidFill>
              </a:defRPr>
            </a:lvl3pPr>
            <a:lvl4pPr eaLnBrk="1" latinLnBrk="0" hangingPunct="1">
              <a:defRPr kumimoji="0">
                <a:solidFill>
                  <a:schemeClr val="tx2"/>
                </a:solidFill>
              </a:defRPr>
            </a:lvl4pPr>
            <a:lvl5pPr eaLnBrk="1" latinLnBrk="0" hangingPunct="1">
              <a:defRPr kumimoji="0">
                <a:solidFill>
                  <a:schemeClr val="tx2"/>
                </a:solidFill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S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示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丝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石尸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十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厶巳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D7737E7-4A6C-DD1F-A569-FC46FDCEE7C8}"/>
              </a:ext>
            </a:extLst>
          </p:cNvPr>
          <p:cNvSpPr txBox="1"/>
          <p:nvPr/>
        </p:nvSpPr>
        <p:spPr>
          <a:xfrm>
            <a:off x="1264274" y="3789040"/>
            <a:ext cx="604653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sj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38A5A4C-B353-A781-0CBD-EED0DFD87452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C624117-F071-D3D3-2161-31962BF5ECB4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9946189-E98A-6CCD-D703-2E377C6608F4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7693537-120C-47C4-96CE-B49FDE2F0233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1C348D0-611B-9796-D5DF-64EDFC87FB94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FAF0E41D-2A52-53C5-3387-773C63576262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0C19796A-2862-7B3C-8C7F-D8C9AC657195}"/>
              </a:ext>
            </a:extLst>
          </p:cNvPr>
          <p:cNvSpPr txBox="1"/>
          <p:nvPr/>
        </p:nvSpPr>
        <p:spPr>
          <a:xfrm>
            <a:off x="3832112" y="2130985"/>
            <a:ext cx="133882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 err="1">
                <a:latin typeface="+mn-ea"/>
              </a:rPr>
              <a:t>sh</a:t>
            </a:r>
            <a:r>
              <a:rPr lang="zh-CN" altLang="en-US" sz="2000" dirty="0">
                <a:latin typeface="+mn-ea"/>
              </a:rPr>
              <a:t>迁移至</a:t>
            </a:r>
            <a:r>
              <a:rPr lang="en-US" altLang="zh-CN" sz="2000" dirty="0">
                <a:latin typeface="+mn-ea"/>
              </a:rPr>
              <a:t>s</a:t>
            </a:r>
          </a:p>
          <a:p>
            <a:r>
              <a:rPr lang="ja-JP" altLang="en-US" sz="2000" dirty="0">
                <a:latin typeface="+mn-ea"/>
              </a:rPr>
              <a:t>ナ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C87920D-3FDE-079F-FFAE-D94776FF0D40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800000"/>
                </a:highlight>
                <a:latin typeface="得意黑" pitchFamily="2" charset="-122"/>
                <a:ea typeface="得意黑" pitchFamily="2" charset="-122"/>
              </a:rPr>
              <a:t>别码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06CD121-8A9B-A553-8906-17E71977D951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D5EA640-91B5-4F41-B19D-03F6572F5D4A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直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vi2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s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047963E-1441-D1EC-40CA-7A6E317F6D63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十</a:t>
            </a:r>
            <a:endParaRPr lang="zh-CN" altLang="en-US" sz="199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2813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D8B8D8-086B-886A-6E61-4C5C95A405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866BB6A4-CE3B-4330-82B6-11CC1056ECB8}"/>
              </a:ext>
            </a:extLst>
          </p:cNvPr>
          <p:cNvSpPr txBox="1">
            <a:spLocks/>
          </p:cNvSpPr>
          <p:nvPr/>
        </p:nvSpPr>
        <p:spPr>
          <a:xfrm>
            <a:off x="1044472" y="49978"/>
            <a:ext cx="7127928" cy="964409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matte">
              <a:bevelT w="12700" h="127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lang="zh-CN" altLang="en-US" sz="4400" b="0" kern="1200" spc="50">
                <a:ln w="12700">
                  <a:noFill/>
                  <a:prstDash val="solid"/>
                </a:ln>
                <a:solidFill>
                  <a:schemeClr val="accent4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latinLnBrk="0" hangingPunct="1">
              <a:defRPr kumimoji="0">
                <a:solidFill>
                  <a:schemeClr val="tx2"/>
                </a:solidFill>
              </a:defRPr>
            </a:lvl2pPr>
            <a:lvl3pPr eaLnBrk="1" latinLnBrk="0" hangingPunct="1">
              <a:defRPr kumimoji="0">
                <a:solidFill>
                  <a:schemeClr val="tx2"/>
                </a:solidFill>
              </a:defRPr>
            </a:lvl3pPr>
            <a:lvl4pPr eaLnBrk="1" latinLnBrk="0" hangingPunct="1">
              <a:defRPr kumimoji="0">
                <a:solidFill>
                  <a:schemeClr val="tx2"/>
                </a:solidFill>
              </a:defRPr>
            </a:lvl4pPr>
            <a:lvl5pPr eaLnBrk="1" latinLnBrk="0" hangingPunct="1">
              <a:defRPr kumimoji="0">
                <a:solidFill>
                  <a:schemeClr val="tx2"/>
                </a:solidFill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S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示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丝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石尸十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厶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巳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1006357-6B55-6A4C-4AA0-1AA6C335E902}"/>
              </a:ext>
            </a:extLst>
          </p:cNvPr>
          <p:cNvSpPr txBox="1"/>
          <p:nvPr/>
        </p:nvSpPr>
        <p:spPr>
          <a:xfrm>
            <a:off x="1264274" y="3789040"/>
            <a:ext cx="1011815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sm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1D7BF53-34FE-FF1E-0F56-52EAA45195D4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2781BFC-8E26-2A14-8677-273B6ACD9F65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BAD1E66-6EB2-A392-B717-F50386AE4BDA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442987E-453A-C8CC-C6B9-6BE18F053E33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51A5B52-33A0-1F8F-3D9B-45E885B0FE0E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941FE95D-CB93-0233-38CB-14428843560F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86300A21-BB58-51D1-BD3C-6698FEA8FF23}"/>
              </a:ext>
            </a:extLst>
          </p:cNvPr>
          <p:cNvSpPr txBox="1"/>
          <p:nvPr/>
        </p:nvSpPr>
        <p:spPr>
          <a:xfrm>
            <a:off x="3832112" y="2130985"/>
            <a:ext cx="15953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厶</a:t>
            </a:r>
            <a:r>
              <a:rPr lang="en-US" altLang="zh-CN" sz="2000" dirty="0">
                <a:latin typeface="+mn-ea"/>
              </a:rPr>
              <a:t>si1</a:t>
            </a:r>
            <a:r>
              <a:rPr lang="zh-CN" altLang="en-US" sz="2000" dirty="0">
                <a:latin typeface="+mn-ea"/>
              </a:rPr>
              <a:t>（私）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E7FFFE1-F45F-F50C-7EEE-E5636496730E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F9B6CFF-922C-28B0-6E13-A41DD2885FFA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342E2A8-3D9B-C1BA-A31E-21206DF67F1A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篡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cr4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s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24A3122-985B-3CC2-C422-F4915ED6A3C1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厶</a:t>
            </a:r>
            <a:endParaRPr lang="zh-CN" altLang="en-US" sz="199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648580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0F11B2-6DD9-95DA-8052-278FA0172C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7BC0BB80-D96B-AD5F-4623-DC29721B0C7C}"/>
              </a:ext>
            </a:extLst>
          </p:cNvPr>
          <p:cNvSpPr txBox="1">
            <a:spLocks/>
          </p:cNvSpPr>
          <p:nvPr/>
        </p:nvSpPr>
        <p:spPr>
          <a:xfrm>
            <a:off x="1044472" y="49978"/>
            <a:ext cx="7127928" cy="964409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matte">
              <a:bevelT w="12700" h="127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lang="zh-CN" altLang="en-US" sz="4400" b="0" kern="1200" spc="50">
                <a:ln w="12700">
                  <a:noFill/>
                  <a:prstDash val="solid"/>
                </a:ln>
                <a:solidFill>
                  <a:schemeClr val="accent4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latinLnBrk="0" hangingPunct="1">
              <a:defRPr kumimoji="0">
                <a:solidFill>
                  <a:schemeClr val="tx2"/>
                </a:solidFill>
              </a:defRPr>
            </a:lvl2pPr>
            <a:lvl3pPr eaLnBrk="1" latinLnBrk="0" hangingPunct="1">
              <a:defRPr kumimoji="0">
                <a:solidFill>
                  <a:schemeClr val="tx2"/>
                </a:solidFill>
              </a:defRPr>
            </a:lvl3pPr>
            <a:lvl4pPr eaLnBrk="1" latinLnBrk="0" hangingPunct="1">
              <a:defRPr kumimoji="0">
                <a:solidFill>
                  <a:schemeClr val="tx2"/>
                </a:solidFill>
              </a:defRPr>
            </a:lvl4pPr>
            <a:lvl5pPr eaLnBrk="1" latinLnBrk="0" hangingPunct="1">
              <a:defRPr kumimoji="0">
                <a:solidFill>
                  <a:schemeClr val="tx2"/>
                </a:solidFill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S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示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丝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石尸十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厶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巳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26D72FB-E0E0-98BF-A995-4309F1AAAC49}"/>
              </a:ext>
            </a:extLst>
          </p:cNvPr>
          <p:cNvSpPr txBox="1"/>
          <p:nvPr/>
        </p:nvSpPr>
        <p:spPr>
          <a:xfrm>
            <a:off x="1264274" y="3789040"/>
            <a:ext cx="990977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sw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4A20D0F-20BB-29A3-B4E5-BD4AA6942F4B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277FBE6-075A-ABBA-76A7-C430B5742829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097E103-CD25-C8E5-7E68-7F4578F1DF9B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784E7D3-738B-5B38-8A00-00E7953258F5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1960C32-6B9A-52E5-23E3-33D02BFFC416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4107A4FB-72E7-8B19-F0BB-15C33A29199C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F483EC38-128E-9F11-C107-1C295F256AC5}"/>
              </a:ext>
            </a:extLst>
          </p:cNvPr>
          <p:cNvSpPr txBox="1"/>
          <p:nvPr/>
        </p:nvSpPr>
        <p:spPr>
          <a:xfrm>
            <a:off x="3832112" y="2130985"/>
            <a:ext cx="12105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巳</a:t>
            </a:r>
            <a:endParaRPr lang="en-US" altLang="zh-CN" sz="2000" dirty="0">
              <a:latin typeface="+mn-ea"/>
            </a:endParaRPr>
          </a:p>
          <a:p>
            <a:r>
              <a:rPr lang="zh-CN" altLang="en-US" sz="2000" dirty="0">
                <a:latin typeface="+mn-ea"/>
              </a:rPr>
              <a:t>暂无例字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DBACC8A-6AD7-9BFC-9DC7-568B2251AEF0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30A9090-75C0-7A5F-B80A-94A607914EB2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6F9EA8B-320E-FEEA-377F-2B50E642665D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-</a:t>
            </a:r>
            <a:endParaRPr lang="zh-CN" altLang="en-US" sz="4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ctr"/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-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6AF2281-AFC5-D5C8-55CD-8CAE6205FA99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巳</a:t>
            </a:r>
            <a:endParaRPr lang="zh-CN" altLang="en-US" sz="199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46196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5CD5B1-98F8-28F9-AEF2-2EA1120398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F51BA58A-E584-2799-9C04-685796CB7743}"/>
              </a:ext>
            </a:extLst>
          </p:cNvPr>
          <p:cNvSpPr txBox="1">
            <a:spLocks/>
          </p:cNvSpPr>
          <p:nvPr/>
        </p:nvSpPr>
        <p:spPr>
          <a:xfrm>
            <a:off x="1044472" y="49978"/>
            <a:ext cx="7127928" cy="964409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matte">
              <a:bevelT w="12700" h="127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lang="zh-CN" altLang="en-US" sz="4400" b="0" kern="1200" spc="50">
                <a:ln w="12700">
                  <a:noFill/>
                  <a:prstDash val="solid"/>
                </a:ln>
                <a:solidFill>
                  <a:schemeClr val="accent4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latinLnBrk="0" hangingPunct="1">
              <a:defRPr kumimoji="0">
                <a:solidFill>
                  <a:schemeClr val="tx2"/>
                </a:solidFill>
              </a:defRPr>
            </a:lvl2pPr>
            <a:lvl3pPr eaLnBrk="1" latinLnBrk="0" hangingPunct="1">
              <a:defRPr kumimoji="0">
                <a:solidFill>
                  <a:schemeClr val="tx2"/>
                </a:solidFill>
              </a:defRPr>
            </a:lvl3pPr>
            <a:lvl4pPr eaLnBrk="1" latinLnBrk="0" hangingPunct="1">
              <a:defRPr kumimoji="0">
                <a:solidFill>
                  <a:schemeClr val="tx2"/>
                </a:solidFill>
              </a:defRPr>
            </a:lvl4pPr>
            <a:lvl5pPr eaLnBrk="1" latinLnBrk="0" hangingPunct="1">
              <a:defRPr kumimoji="0">
                <a:solidFill>
                  <a:schemeClr val="tx2"/>
                </a:solidFill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T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土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彳幺夕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田</a:t>
            </a:r>
            <a:endParaRPr lang="zh-CN" altLang="en-US" sz="1800" dirty="0">
              <a:solidFill>
                <a:srgbClr val="4BC5B9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72862DA-DD79-59C5-782E-E1FC607BD7DE}"/>
              </a:ext>
            </a:extLst>
          </p:cNvPr>
          <p:cNvSpPr txBox="1"/>
          <p:nvPr/>
        </p:nvSpPr>
        <p:spPr>
          <a:xfrm>
            <a:off x="1264274" y="3789040"/>
            <a:ext cx="792205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tu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B58AE60-76EB-9FC5-7E25-4B50581A9673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FC6C35F-0561-6847-C9A9-623072840F45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8AF0105-0A8A-EB9C-BA38-22852AECB53A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310206A-5573-B132-3B79-9701BD442040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5BE0E45-0702-9863-60A9-8CF183390793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B09A3E40-AEC4-0C57-AB6C-60AC355B6114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1B59ED29-952D-8BFA-1195-31C6F5755B32}"/>
              </a:ext>
            </a:extLst>
          </p:cNvPr>
          <p:cNvSpPr txBox="1"/>
          <p:nvPr/>
        </p:nvSpPr>
        <p:spPr>
          <a:xfrm>
            <a:off x="3832112" y="2130985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土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FB78588-BCAB-923E-61FF-713845F1B39B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3066AD0-08D0-8B18-C4E2-C655E2B2A7BE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1B9E2B6-5BA6-EB50-A959-C33230454ADD}"/>
              </a:ext>
            </a:extLst>
          </p:cNvPr>
          <p:cNvSpPr txBox="1"/>
          <p:nvPr/>
        </p:nvSpPr>
        <p:spPr>
          <a:xfrm>
            <a:off x="6108910" y="1787617"/>
            <a:ext cx="2062626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尧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yk2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t</a:t>
            </a:r>
          </a:p>
          <a:p>
            <a:pPr algn="ctr"/>
            <a:r>
              <a:rPr lang="zh-CN" altLang="en-US" sz="40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（堯）</a:t>
            </a:r>
            <a:endParaRPr lang="en-US" altLang="zh-CN" sz="4000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8DD8927-07D1-DFF3-E4C1-2C2037A00AC5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土</a:t>
            </a:r>
            <a:endParaRPr lang="zh-CN" altLang="en-US" sz="199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098806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CF4647-0BD4-C4F1-5B0A-5C5B865D42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55118302-71D5-7633-1534-BB07D58F810A}"/>
              </a:ext>
            </a:extLst>
          </p:cNvPr>
          <p:cNvSpPr txBox="1">
            <a:spLocks/>
          </p:cNvSpPr>
          <p:nvPr/>
        </p:nvSpPr>
        <p:spPr>
          <a:xfrm>
            <a:off x="1044472" y="49978"/>
            <a:ext cx="7127928" cy="964409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matte">
              <a:bevelT w="12700" h="127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lang="zh-CN" altLang="en-US" sz="4400" b="0" kern="1200" spc="50">
                <a:ln w="12700">
                  <a:noFill/>
                  <a:prstDash val="solid"/>
                </a:ln>
                <a:solidFill>
                  <a:schemeClr val="accent4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latinLnBrk="0" hangingPunct="1">
              <a:defRPr kumimoji="0">
                <a:solidFill>
                  <a:schemeClr val="tx2"/>
                </a:solidFill>
              </a:defRPr>
            </a:lvl2pPr>
            <a:lvl3pPr eaLnBrk="1" latinLnBrk="0" hangingPunct="1">
              <a:defRPr kumimoji="0">
                <a:solidFill>
                  <a:schemeClr val="tx2"/>
                </a:solidFill>
              </a:defRPr>
            </a:lvl3pPr>
            <a:lvl4pPr eaLnBrk="1" latinLnBrk="0" hangingPunct="1">
              <a:defRPr kumimoji="0">
                <a:solidFill>
                  <a:schemeClr val="tx2"/>
                </a:solidFill>
              </a:defRPr>
            </a:lvl4pPr>
            <a:lvl5pPr eaLnBrk="1" latinLnBrk="0" hangingPunct="1">
              <a:defRPr kumimoji="0">
                <a:solidFill>
                  <a:schemeClr val="tx2"/>
                </a:solidFill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T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土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彳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幺夕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田</a:t>
            </a:r>
            <a:endParaRPr lang="zh-CN" altLang="en-US" sz="1800" dirty="0">
              <a:solidFill>
                <a:srgbClr val="4BC5B9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6CB2A70-E91C-34D2-7C1A-6AFD475073EB}"/>
              </a:ext>
            </a:extLst>
          </p:cNvPr>
          <p:cNvSpPr txBox="1"/>
          <p:nvPr/>
        </p:nvSpPr>
        <p:spPr>
          <a:xfrm>
            <a:off x="1264274" y="3789040"/>
            <a:ext cx="588623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ti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BE18F8D-E458-A1C5-0F1F-936286363162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C0E19EE-EFD5-C1D7-2D9E-F08169F0AF6C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CC0DB6E-4323-4502-DC8B-36F4169962D5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9CECB59-35AE-5C59-C0B4-4A1F8014BBAB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F8D9E11-4E27-B07E-C670-3E5479227B4D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8DF66098-0561-E4FA-0EFE-928AC1CD8AF4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218A4302-51EE-9CA2-C1F5-269CD2CA0FBD}"/>
              </a:ext>
            </a:extLst>
          </p:cNvPr>
          <p:cNvSpPr txBox="1"/>
          <p:nvPr/>
        </p:nvSpPr>
        <p:spPr>
          <a:xfrm>
            <a:off x="3832112" y="2130985"/>
            <a:ext cx="198002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含彳取彳</a:t>
            </a:r>
            <a:endParaRPr lang="en-US" altLang="zh-CN" sz="2000" dirty="0">
              <a:latin typeface="+mn-ea"/>
            </a:endParaRPr>
          </a:p>
          <a:p>
            <a:r>
              <a:rPr lang="zh-CN" altLang="en-US" sz="2000" dirty="0">
                <a:latin typeface="+mn-ea"/>
              </a:rPr>
              <a:t>“行”简并至此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7E78ED5-60EC-D1F4-E518-4A70C82A909F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800000"/>
                </a:highlight>
                <a:latin typeface="得意黑" pitchFamily="2" charset="-122"/>
                <a:ea typeface="得意黑" pitchFamily="2" charset="-122"/>
              </a:rPr>
              <a:t>别码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915EA09-8EA2-E2CD-7188-7F224E42A91C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D7733F7-ACD9-B338-FB27-D2400EE90569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衡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hg2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t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F4A4D5F-1F48-6B8F-B967-F03AA5D9AC7F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彳</a:t>
            </a:r>
            <a:endParaRPr lang="zh-CN" altLang="en-US" sz="199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720534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35C664-9394-E899-D700-9407FE7234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144B83F8-0AE0-3542-1B9D-1A98136AE910}"/>
              </a:ext>
            </a:extLst>
          </p:cNvPr>
          <p:cNvSpPr txBox="1">
            <a:spLocks/>
          </p:cNvSpPr>
          <p:nvPr/>
        </p:nvSpPr>
        <p:spPr>
          <a:xfrm>
            <a:off x="1044472" y="49978"/>
            <a:ext cx="7127928" cy="964409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matte">
              <a:bevelT w="12700" h="127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lang="zh-CN" altLang="en-US" sz="4400" b="0" kern="1200" spc="50">
                <a:ln w="12700">
                  <a:noFill/>
                  <a:prstDash val="solid"/>
                </a:ln>
                <a:solidFill>
                  <a:schemeClr val="accent4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latinLnBrk="0" hangingPunct="1">
              <a:defRPr kumimoji="0">
                <a:solidFill>
                  <a:schemeClr val="tx2"/>
                </a:solidFill>
              </a:defRPr>
            </a:lvl2pPr>
            <a:lvl3pPr eaLnBrk="1" latinLnBrk="0" hangingPunct="1">
              <a:defRPr kumimoji="0">
                <a:solidFill>
                  <a:schemeClr val="tx2"/>
                </a:solidFill>
              </a:defRPr>
            </a:lvl3pPr>
            <a:lvl4pPr eaLnBrk="1" latinLnBrk="0" hangingPunct="1">
              <a:defRPr kumimoji="0">
                <a:solidFill>
                  <a:schemeClr val="tx2"/>
                </a:solidFill>
              </a:defRPr>
            </a:lvl4pPr>
            <a:lvl5pPr eaLnBrk="1" latinLnBrk="0" hangingPunct="1">
              <a:defRPr kumimoji="0">
                <a:solidFill>
                  <a:schemeClr val="tx2"/>
                </a:solidFill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T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土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彳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幺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夕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田</a:t>
            </a:r>
            <a:endParaRPr lang="zh-CN" altLang="en-US" sz="1800" dirty="0">
              <a:solidFill>
                <a:srgbClr val="4BC5B9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B7CDFB5-01AA-4862-E6DE-79620E294936}"/>
              </a:ext>
            </a:extLst>
          </p:cNvPr>
          <p:cNvSpPr txBox="1"/>
          <p:nvPr/>
        </p:nvSpPr>
        <p:spPr>
          <a:xfrm>
            <a:off x="1264274" y="3789040"/>
            <a:ext cx="776175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ty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1A93BE6-572A-4F0C-716D-AA896CA0B337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7B3B312-DA89-E28C-59D5-02738DB7E82F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45820BC-36D3-192B-0DFF-C9928C14FC52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86938F7-04B4-ED80-6257-D6DD7D4B1C68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8AD91B8-BF45-71A8-CCB1-2A44CD60E704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A42AD41D-4255-97BD-844B-F9A4CFA053AA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CF5961B5-A9ED-DB4D-3BEC-180F367C8798}"/>
              </a:ext>
            </a:extLst>
          </p:cNvPr>
          <p:cNvSpPr txBox="1"/>
          <p:nvPr/>
        </p:nvSpPr>
        <p:spPr>
          <a:xfrm>
            <a:off x="3832112" y="2130985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6B3CB00-D28C-D044-B9D8-DFA494F027AD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800000"/>
                </a:highlight>
                <a:latin typeface="得意黑" pitchFamily="2" charset="-122"/>
                <a:ea typeface="得意黑" pitchFamily="2" charset="-122"/>
              </a:rPr>
              <a:t>别码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D0E58A1-DAAE-0055-D0DA-969D690C4F5B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DC0FB7F-35A1-EE9D-32C1-B93838C8A974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幻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hr4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t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56997A5-A4E3-EB7C-2092-4A033C0DC3E6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幺</a:t>
            </a:r>
            <a:endParaRPr lang="zh-CN" altLang="en-US" sz="199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460886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011F4C-BB93-CF18-D8F0-8F3AE42443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51297BB3-1AB4-5D85-57FA-C00EE1B0E8D1}"/>
              </a:ext>
            </a:extLst>
          </p:cNvPr>
          <p:cNvSpPr txBox="1">
            <a:spLocks/>
          </p:cNvSpPr>
          <p:nvPr/>
        </p:nvSpPr>
        <p:spPr>
          <a:xfrm>
            <a:off x="1044472" y="49978"/>
            <a:ext cx="7127928" cy="964409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matte">
              <a:bevelT w="12700" h="127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lang="zh-CN" altLang="en-US" sz="4400" b="0" kern="1200" spc="50">
                <a:ln w="12700">
                  <a:noFill/>
                  <a:prstDash val="solid"/>
                </a:ln>
                <a:solidFill>
                  <a:schemeClr val="accent4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latinLnBrk="0" hangingPunct="1">
              <a:defRPr kumimoji="0">
                <a:solidFill>
                  <a:schemeClr val="tx2"/>
                </a:solidFill>
              </a:defRPr>
            </a:lvl2pPr>
            <a:lvl3pPr eaLnBrk="1" latinLnBrk="0" hangingPunct="1">
              <a:defRPr kumimoji="0">
                <a:solidFill>
                  <a:schemeClr val="tx2"/>
                </a:solidFill>
              </a:defRPr>
            </a:lvl3pPr>
            <a:lvl4pPr eaLnBrk="1" latinLnBrk="0" hangingPunct="1">
              <a:defRPr kumimoji="0">
                <a:solidFill>
                  <a:schemeClr val="tx2"/>
                </a:solidFill>
              </a:defRPr>
            </a:lvl4pPr>
            <a:lvl5pPr eaLnBrk="1" latinLnBrk="0" hangingPunct="1">
              <a:defRPr kumimoji="0">
                <a:solidFill>
                  <a:schemeClr val="tx2"/>
                </a:solidFill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T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土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彳幺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夕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田</a:t>
            </a:r>
            <a:endParaRPr lang="zh-CN" altLang="en-US" sz="1800" dirty="0">
              <a:solidFill>
                <a:srgbClr val="4BC5B9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B4EC4C8-21D7-D7A8-10CC-4C49A3DBFDBD}"/>
              </a:ext>
            </a:extLst>
          </p:cNvPr>
          <p:cNvSpPr txBox="1"/>
          <p:nvPr/>
        </p:nvSpPr>
        <p:spPr>
          <a:xfrm>
            <a:off x="1264274" y="3789040"/>
            <a:ext cx="764953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tx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3C1BE23-FDBA-2396-8F9B-E8D005483640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8F52378-C60E-680D-1623-944A7F7BA13D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3C217C3-D4B8-C0E9-3B54-57C3D2DE4975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7AD2F84-2408-E8DF-78D6-783AF4FB7768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3B89FBC-B4A0-E40C-A624-28D5A4610096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52AE5F5E-5E97-2066-E19B-4F38642D8DB9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6A29E1F5-048B-8BBA-2B38-17D958311B44}"/>
              </a:ext>
            </a:extLst>
          </p:cNvPr>
          <p:cNvSpPr txBox="1"/>
          <p:nvPr/>
        </p:nvSpPr>
        <p:spPr>
          <a:xfrm>
            <a:off x="3832112" y="2130985"/>
            <a:ext cx="14125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片假</a:t>
            </a:r>
            <a:r>
              <a:rPr lang="ja-JP" altLang="en-US" sz="2000" dirty="0">
                <a:latin typeface="+mn-ea"/>
              </a:rPr>
              <a:t>タ</a:t>
            </a:r>
            <a:r>
              <a:rPr lang="zh-CN" altLang="en-US" sz="2000" dirty="0">
                <a:latin typeface="+mn-ea"/>
              </a:rPr>
              <a:t>→</a:t>
            </a:r>
            <a:r>
              <a:rPr lang="en-US" altLang="zh-CN" sz="2000" dirty="0">
                <a:latin typeface="+mn-ea"/>
              </a:rPr>
              <a:t>ta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38230E2-1DD8-F0DF-EAA9-B65696EE1428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800000"/>
                </a:highlight>
                <a:latin typeface="得意黑" pitchFamily="2" charset="-122"/>
                <a:ea typeface="得意黑" pitchFamily="2" charset="-122"/>
              </a:rPr>
              <a:t>别码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9200F93-DFA3-4B59-E30E-23E1DF18C1BA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A88042F-1BBA-13D4-712E-F628EAFBF2DA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外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wl4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t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BD1CECB-7636-1B2F-E06F-2F6FDA717E41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夕</a:t>
            </a:r>
            <a:endParaRPr lang="zh-CN" altLang="en-US" sz="199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870715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78544E-0160-AFEC-1071-6152632165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9D6B3E57-D358-76FB-4836-B2CCC4BCC94F}"/>
              </a:ext>
            </a:extLst>
          </p:cNvPr>
          <p:cNvSpPr txBox="1">
            <a:spLocks/>
          </p:cNvSpPr>
          <p:nvPr/>
        </p:nvSpPr>
        <p:spPr>
          <a:xfrm>
            <a:off x="1044472" y="49978"/>
            <a:ext cx="7127928" cy="964409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matte">
              <a:bevelT w="12700" h="127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lang="zh-CN" altLang="en-US" sz="4400" b="0" kern="1200" spc="50">
                <a:ln w="12700">
                  <a:noFill/>
                  <a:prstDash val="solid"/>
                </a:ln>
                <a:solidFill>
                  <a:schemeClr val="accent4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latinLnBrk="0" hangingPunct="1">
              <a:defRPr kumimoji="0">
                <a:solidFill>
                  <a:schemeClr val="tx2"/>
                </a:solidFill>
              </a:defRPr>
            </a:lvl2pPr>
            <a:lvl3pPr eaLnBrk="1" latinLnBrk="0" hangingPunct="1">
              <a:defRPr kumimoji="0">
                <a:solidFill>
                  <a:schemeClr val="tx2"/>
                </a:solidFill>
              </a:defRPr>
            </a:lvl3pPr>
            <a:lvl4pPr eaLnBrk="1" latinLnBrk="0" hangingPunct="1">
              <a:defRPr kumimoji="0">
                <a:solidFill>
                  <a:schemeClr val="tx2"/>
                </a:solidFill>
              </a:defRPr>
            </a:lvl4pPr>
            <a:lvl5pPr eaLnBrk="1" latinLnBrk="0" hangingPunct="1">
              <a:defRPr kumimoji="0">
                <a:solidFill>
                  <a:schemeClr val="tx2"/>
                </a:solidFill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T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土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彳幺夕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田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81D3D7A-31B9-4DBD-AD5D-41086B9AA80C}"/>
              </a:ext>
            </a:extLst>
          </p:cNvPr>
          <p:cNvSpPr txBox="1"/>
          <p:nvPr/>
        </p:nvSpPr>
        <p:spPr>
          <a:xfrm>
            <a:off x="1264274" y="3789040"/>
            <a:ext cx="1003801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tm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8AEBA93-D8EC-7EFB-F504-F45B92FB0C58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07DEC2A-4653-6F6E-7169-E9C462F9E24B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409D564-EA81-1EAB-6172-A6ED37979619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30F91F6-725D-AB2D-4EB8-8AFD163DA60D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D5C48B0-C65C-F061-2CBE-8AEB3E04576B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B5DF0487-0D23-31F4-14C8-B701CB0D4799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C960FD40-AF9F-FBE0-C3CE-B761F61094DB}"/>
              </a:ext>
            </a:extLst>
          </p:cNvPr>
          <p:cNvSpPr txBox="1"/>
          <p:nvPr/>
        </p:nvSpPr>
        <p:spPr>
          <a:xfrm>
            <a:off x="3856241" y="2124894"/>
            <a:ext cx="198002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田</a:t>
            </a:r>
            <a:endParaRPr lang="en-US" altLang="zh-CN" sz="2000" dirty="0">
              <a:latin typeface="+mn-ea"/>
            </a:endParaRPr>
          </a:p>
          <a:p>
            <a:r>
              <a:rPr lang="zh-CN" altLang="en-US" sz="2000" dirty="0">
                <a:latin typeface="+mn-ea"/>
              </a:rPr>
              <a:t>“申”代替为此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D4A01BB-84B7-9C4F-9935-C510491FED6B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F9B3CB4-3C55-E206-EDC5-F7B19B51B9F7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292CCD3-10A3-A167-EB30-8710EF67DBE3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畴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ib2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t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A1D4F72-FC53-8C18-C63D-EFB20B24972C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田</a:t>
            </a:r>
          </a:p>
        </p:txBody>
      </p:sp>
    </p:spTree>
    <p:extLst>
      <p:ext uri="{BB962C8B-B14F-4D97-AF65-F5344CB8AC3E}">
        <p14:creationId xmlns:p14="http://schemas.microsoft.com/office/powerpoint/2010/main" val="10012819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E8BFFF-4CBF-985D-3A0F-D57751BB8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C86DFF13-C8D0-8B0C-D03A-8A7574F0F992}"/>
              </a:ext>
            </a:extLst>
          </p:cNvPr>
          <p:cNvSpPr txBox="1">
            <a:spLocks/>
          </p:cNvSpPr>
          <p:nvPr/>
        </p:nvSpPr>
        <p:spPr>
          <a:xfrm>
            <a:off x="1044472" y="49978"/>
            <a:ext cx="7127928" cy="964409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matte">
              <a:bevelT w="12700" h="127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lang="zh-CN" altLang="en-US" sz="4400" b="0" kern="1200" spc="50">
                <a:ln w="12700">
                  <a:noFill/>
                  <a:prstDash val="solid"/>
                </a:ln>
                <a:solidFill>
                  <a:schemeClr val="accent4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latinLnBrk="0" hangingPunct="1">
              <a:defRPr kumimoji="0">
                <a:solidFill>
                  <a:schemeClr val="tx2"/>
                </a:solidFill>
              </a:defRPr>
            </a:lvl2pPr>
            <a:lvl3pPr eaLnBrk="1" latinLnBrk="0" hangingPunct="1">
              <a:defRPr kumimoji="0">
                <a:solidFill>
                  <a:schemeClr val="tx2"/>
                </a:solidFill>
              </a:defRPr>
            </a:lvl3pPr>
            <a:lvl4pPr eaLnBrk="1" latinLnBrk="0" hangingPunct="1">
              <a:defRPr kumimoji="0">
                <a:solidFill>
                  <a:schemeClr val="tx2"/>
                </a:solidFill>
              </a:defRPr>
            </a:lvl4pPr>
            <a:lvl5pPr eaLnBrk="1" latinLnBrk="0" hangingPunct="1">
              <a:defRPr kumimoji="0">
                <a:solidFill>
                  <a:schemeClr val="tx2"/>
                </a:solidFill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U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攵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水矢手食山士豕身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2E5E45C-F638-195C-AFE6-C2FAD5593F82}"/>
              </a:ext>
            </a:extLst>
          </p:cNvPr>
          <p:cNvSpPr txBox="1"/>
          <p:nvPr/>
        </p:nvSpPr>
        <p:spPr>
          <a:xfrm>
            <a:off x="1264274" y="3789040"/>
            <a:ext cx="1132041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uw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F4AAF74-1C36-7FFF-BA6A-30F88B691BFF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2A745C4-7D5B-126C-378D-C5DE5BAF23A6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1CB347D-E8FA-DB26-34B3-0BD6B721C81F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538A606-0367-8E48-B659-C7D3E28C799C}"/>
              </a:ext>
            </a:extLst>
          </p:cNvPr>
          <p:cNvSpPr txBox="1"/>
          <p:nvPr/>
        </p:nvSpPr>
        <p:spPr>
          <a:xfrm>
            <a:off x="3864323" y="342900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0B93A80-122D-73CB-FB40-4797DB75C83E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87E00B2C-49ED-1DEB-4CE9-8223965F669B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4AE9F2BB-588E-3CAA-AC10-D6DA35C973C6}"/>
              </a:ext>
            </a:extLst>
          </p:cNvPr>
          <p:cNvSpPr txBox="1"/>
          <p:nvPr/>
        </p:nvSpPr>
        <p:spPr>
          <a:xfrm>
            <a:off x="3856241" y="2124894"/>
            <a:ext cx="17235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见前面调整</a:t>
            </a:r>
            <a:endParaRPr lang="en-US" altLang="zh-CN" sz="2000" dirty="0">
              <a:latin typeface="+mn-ea"/>
            </a:endParaRPr>
          </a:p>
          <a:p>
            <a:r>
              <a:rPr lang="zh-CN" altLang="en-US" sz="2000" dirty="0">
                <a:latin typeface="+mn-ea"/>
              </a:rPr>
              <a:t>包括“夊夂”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C01FE3B-4579-8B7A-966B-8CF0552FC76E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800000"/>
                </a:highlight>
                <a:latin typeface="得意黑" pitchFamily="2" charset="-122"/>
                <a:ea typeface="得意黑" pitchFamily="2" charset="-122"/>
              </a:rPr>
              <a:t>别码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E8454AA-3174-2462-6F0D-B2B85282A972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A531E8E-0FBA-6438-3C16-870C4358B740}"/>
              </a:ext>
            </a:extLst>
          </p:cNvPr>
          <p:cNvSpPr txBox="1"/>
          <p:nvPr/>
        </p:nvSpPr>
        <p:spPr>
          <a:xfrm>
            <a:off x="6108910" y="1787617"/>
            <a:ext cx="2062626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教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jc1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u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jc4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u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A800790-556C-751D-2897-C9981AF2486E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攵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AADCDF75-5A7D-904B-625D-D129E746B998}"/>
              </a:ext>
            </a:extLst>
          </p:cNvPr>
          <p:cNvSpPr txBox="1">
            <a:spLocks/>
          </p:cNvSpPr>
          <p:nvPr/>
        </p:nvSpPr>
        <p:spPr>
          <a:xfrm>
            <a:off x="1043608" y="44624"/>
            <a:ext cx="7127928" cy="964409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matte">
              <a:bevelT w="12700" h="127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lang="zh-CN" altLang="en-US" sz="4400" b="0" kern="1200" spc="50">
                <a:ln w="12700">
                  <a:noFill/>
                  <a:prstDash val="solid"/>
                </a:ln>
                <a:solidFill>
                  <a:schemeClr val="accent4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latinLnBrk="0" hangingPunct="1">
              <a:defRPr kumimoji="0">
                <a:solidFill>
                  <a:schemeClr val="tx2"/>
                </a:solidFill>
              </a:defRPr>
            </a:lvl2pPr>
            <a:lvl3pPr eaLnBrk="1" latinLnBrk="0" hangingPunct="1">
              <a:defRPr kumimoji="0">
                <a:solidFill>
                  <a:schemeClr val="tx2"/>
                </a:solidFill>
              </a:defRPr>
            </a:lvl3pPr>
            <a:lvl4pPr eaLnBrk="1" latinLnBrk="0" hangingPunct="1">
              <a:defRPr kumimoji="0">
                <a:solidFill>
                  <a:schemeClr val="tx2"/>
                </a:solidFill>
              </a:defRPr>
            </a:lvl4pPr>
            <a:lvl5pPr eaLnBrk="1" latinLnBrk="0" hangingPunct="1">
              <a:defRPr kumimoji="0">
                <a:solidFill>
                  <a:schemeClr val="tx2"/>
                </a:solidFill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U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攵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水矢手食山士豕身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966604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86EEB6-1447-3F19-A11A-D5D1119C3E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3D60FA32-5873-EC56-B87E-91D6C67D4968}"/>
              </a:ext>
            </a:extLst>
          </p:cNvPr>
          <p:cNvSpPr txBox="1">
            <a:spLocks/>
          </p:cNvSpPr>
          <p:nvPr/>
        </p:nvSpPr>
        <p:spPr>
          <a:xfrm>
            <a:off x="1044472" y="49978"/>
            <a:ext cx="7127928" cy="964409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matte">
              <a:bevelT w="12700" h="127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lang="zh-CN" altLang="en-US" sz="4400" b="0" kern="1200" spc="50">
                <a:ln w="12700">
                  <a:noFill/>
                  <a:prstDash val="solid"/>
                </a:ln>
                <a:solidFill>
                  <a:schemeClr val="accent4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latinLnBrk="0" hangingPunct="1">
              <a:defRPr kumimoji="0">
                <a:solidFill>
                  <a:schemeClr val="tx2"/>
                </a:solidFill>
              </a:defRPr>
            </a:lvl2pPr>
            <a:lvl3pPr eaLnBrk="1" latinLnBrk="0" hangingPunct="1">
              <a:defRPr kumimoji="0">
                <a:solidFill>
                  <a:schemeClr val="tx2"/>
                </a:solidFill>
              </a:defRPr>
            </a:lvl3pPr>
            <a:lvl4pPr eaLnBrk="1" latinLnBrk="0" hangingPunct="1">
              <a:defRPr kumimoji="0">
                <a:solidFill>
                  <a:schemeClr val="tx2"/>
                </a:solidFill>
              </a:defRPr>
            </a:lvl4pPr>
            <a:lvl5pPr eaLnBrk="1" latinLnBrk="0" hangingPunct="1">
              <a:defRPr kumimoji="0">
                <a:solidFill>
                  <a:schemeClr val="tx2"/>
                </a:solidFill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U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攵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水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矢手食山士豕身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5FB079E-63F5-8648-40A7-A4C3B31D5F1B}"/>
              </a:ext>
            </a:extLst>
          </p:cNvPr>
          <p:cNvSpPr txBox="1"/>
          <p:nvPr/>
        </p:nvSpPr>
        <p:spPr>
          <a:xfrm>
            <a:off x="1264274" y="3789040"/>
            <a:ext cx="936475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uv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9FCC788-AEA6-2825-7BB2-6A8C1B1BFC53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37FB25B-851A-7BFB-43D5-F148F9C1BC31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32C910C-4EFC-E720-F3A6-D3E51F956719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C98F8DC-9A82-7BD9-D589-99E1347B6B83}"/>
              </a:ext>
            </a:extLst>
          </p:cNvPr>
          <p:cNvSpPr txBox="1"/>
          <p:nvPr/>
        </p:nvSpPr>
        <p:spPr>
          <a:xfrm>
            <a:off x="3864323" y="342900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D4BCFF0-6EB4-B4E3-A77C-DB6A1C333227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035CE550-88C0-1B8D-D644-D18727D974C8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B42E7454-E89D-379E-1973-E43B45173BAC}"/>
              </a:ext>
            </a:extLst>
          </p:cNvPr>
          <p:cNvSpPr txBox="1"/>
          <p:nvPr/>
        </p:nvSpPr>
        <p:spPr>
          <a:xfrm>
            <a:off x="3856241" y="2124894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水氵氺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7421537-68DD-DD27-033C-ACA5DE0F7C6F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B221EE1-D79F-929A-9CAB-A247B13749FC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D9B8CE0-152B-0004-E610-3C93276FDAE5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添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tm1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u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4EC4046-DA6A-6607-1076-9085EE527278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水</a:t>
            </a:r>
          </a:p>
        </p:txBody>
      </p:sp>
    </p:spTree>
    <p:extLst>
      <p:ext uri="{BB962C8B-B14F-4D97-AF65-F5344CB8AC3E}">
        <p14:creationId xmlns:p14="http://schemas.microsoft.com/office/powerpoint/2010/main" val="32704158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7AE60E-30D9-4268-362C-F3C4B5FF2B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4B5CAB3E-0F8F-C5BB-B7C1-675750A52ADD}"/>
              </a:ext>
            </a:extLst>
          </p:cNvPr>
          <p:cNvSpPr txBox="1">
            <a:spLocks/>
          </p:cNvSpPr>
          <p:nvPr/>
        </p:nvSpPr>
        <p:spPr>
          <a:xfrm>
            <a:off x="1044472" y="49978"/>
            <a:ext cx="7127928" cy="964409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matte">
              <a:bevelT w="12700" h="127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lang="zh-CN" altLang="en-US" sz="4400" b="0" kern="1200" spc="50">
                <a:ln w="12700">
                  <a:noFill/>
                  <a:prstDash val="solid"/>
                </a:ln>
                <a:solidFill>
                  <a:schemeClr val="accent4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latinLnBrk="0" hangingPunct="1">
              <a:defRPr kumimoji="0">
                <a:solidFill>
                  <a:schemeClr val="tx2"/>
                </a:solidFill>
              </a:defRPr>
            </a:lvl2pPr>
            <a:lvl3pPr eaLnBrk="1" latinLnBrk="0" hangingPunct="1">
              <a:defRPr kumimoji="0">
                <a:solidFill>
                  <a:schemeClr val="tx2"/>
                </a:solidFill>
              </a:defRPr>
            </a:lvl3pPr>
            <a:lvl4pPr eaLnBrk="1" latinLnBrk="0" hangingPunct="1">
              <a:defRPr kumimoji="0">
                <a:solidFill>
                  <a:schemeClr val="tx2"/>
                </a:solidFill>
              </a:defRPr>
            </a:lvl4pPr>
            <a:lvl5pPr eaLnBrk="1" latinLnBrk="0" hangingPunct="1">
              <a:defRPr kumimoji="0">
                <a:solidFill>
                  <a:schemeClr val="tx2"/>
                </a:solidFill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U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攵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水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矢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手食山士豕身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B93F0D9-1788-E206-18A1-158E6CB9823C}"/>
              </a:ext>
            </a:extLst>
          </p:cNvPr>
          <p:cNvSpPr txBox="1"/>
          <p:nvPr/>
        </p:nvSpPr>
        <p:spPr>
          <a:xfrm>
            <a:off x="1264274" y="3789040"/>
            <a:ext cx="737702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ui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D2ED658-8482-03EA-B185-FB339615395C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2B947A6-9E87-BF7D-8AE0-B20F270CA787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4DCE965-82FD-79B2-5649-39E24071C9E2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3C59666-D0FC-81F1-A832-DAC840FADDC9}"/>
              </a:ext>
            </a:extLst>
          </p:cNvPr>
          <p:cNvSpPr txBox="1"/>
          <p:nvPr/>
        </p:nvSpPr>
        <p:spPr>
          <a:xfrm>
            <a:off x="3864323" y="342900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F72FB29-524D-41A9-8C4B-475D908F7BB0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EDD7C68A-5A8C-0566-2DF8-096C5A1A2D88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1BE62995-640F-D049-0C62-18923BA799DE}"/>
              </a:ext>
            </a:extLst>
          </p:cNvPr>
          <p:cNvSpPr txBox="1"/>
          <p:nvPr/>
        </p:nvSpPr>
        <p:spPr>
          <a:xfrm>
            <a:off x="3856241" y="2124894"/>
            <a:ext cx="198002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矢</a:t>
            </a:r>
            <a:endParaRPr lang="en-US" altLang="zh-CN" sz="2000" dirty="0">
              <a:latin typeface="+mn-ea"/>
            </a:endParaRPr>
          </a:p>
          <a:p>
            <a:r>
              <a:rPr lang="zh-CN" altLang="en-US" sz="2000" dirty="0">
                <a:latin typeface="+mn-ea"/>
              </a:rPr>
              <a:t>“夫”代替为此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393C187-AF7F-692B-6872-993531B624EC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6FDA1D1-CADA-D599-7199-0459F7A66B13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EACA22B-F8B8-3812-0F71-18E1D7B5D55A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矩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ju3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u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D03188B-C7F0-74DB-1020-9927FBB14027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矢</a:t>
            </a:r>
          </a:p>
        </p:txBody>
      </p:sp>
    </p:spTree>
    <p:extLst>
      <p:ext uri="{BB962C8B-B14F-4D97-AF65-F5344CB8AC3E}">
        <p14:creationId xmlns:p14="http://schemas.microsoft.com/office/powerpoint/2010/main" val="3416941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E70E8C-355B-5CB2-2256-3195CECF8C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7CA65B06-77E6-1FDD-49F5-96AA9D01AF59}"/>
              </a:ext>
            </a:extLst>
          </p:cNvPr>
          <p:cNvSpPr txBox="1">
            <a:spLocks/>
          </p:cNvSpPr>
          <p:nvPr/>
        </p:nvSpPr>
        <p:spPr>
          <a:xfrm>
            <a:off x="1044472" y="49978"/>
            <a:ext cx="7127928" cy="964409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matte">
              <a:bevelT w="12700" h="127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lang="zh-CN" altLang="en-US" sz="4400" b="0" kern="1200" spc="50">
                <a:ln w="12700">
                  <a:noFill/>
                  <a:prstDash val="solid"/>
                </a:ln>
                <a:solidFill>
                  <a:schemeClr val="accent4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latinLnBrk="0" hangingPunct="1">
              <a:defRPr kumimoji="0">
                <a:solidFill>
                  <a:schemeClr val="tx2"/>
                </a:solidFill>
              </a:defRPr>
            </a:lvl2pPr>
            <a:lvl3pPr eaLnBrk="1" latinLnBrk="0" hangingPunct="1">
              <a:defRPr kumimoji="0">
                <a:solidFill>
                  <a:schemeClr val="tx2"/>
                </a:solidFill>
              </a:defRPr>
            </a:lvl3pPr>
            <a:lvl4pPr eaLnBrk="1" latinLnBrk="0" hangingPunct="1">
              <a:defRPr kumimoji="0">
                <a:solidFill>
                  <a:schemeClr val="tx2"/>
                </a:solidFill>
              </a:defRPr>
            </a:lvl4pPr>
            <a:lvl5pPr eaLnBrk="1" latinLnBrk="0" hangingPunct="1">
              <a:defRPr kumimoji="0">
                <a:solidFill>
                  <a:schemeClr val="tx2"/>
                </a:solidFill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U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攵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水矢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手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食山士豕身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F2FDCA0-5C77-56F2-DB83-BEDCE8B0D06D}"/>
              </a:ext>
            </a:extLst>
          </p:cNvPr>
          <p:cNvSpPr txBox="1"/>
          <p:nvPr/>
        </p:nvSpPr>
        <p:spPr>
          <a:xfrm>
            <a:off x="1264274" y="3789040"/>
            <a:ext cx="949299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ub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E558E39-78AA-A263-7399-F8DD57C12B5D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1B7BB89-C450-71EE-DEA0-148483392E2F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C919BC1-5738-B64C-DF10-0F6680135BA4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EFC1674-9C67-0778-6ADB-8562438041C2}"/>
              </a:ext>
            </a:extLst>
          </p:cNvPr>
          <p:cNvSpPr txBox="1"/>
          <p:nvPr/>
        </p:nvSpPr>
        <p:spPr>
          <a:xfrm>
            <a:off x="3864323" y="342900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20F8D89-CFF3-A1B3-9604-74B9853F0794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1E049A6F-32B3-C853-1A34-16761FB46E0B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33C56A46-062C-9F9E-BF82-6E8214A787C6}"/>
              </a:ext>
            </a:extLst>
          </p:cNvPr>
          <p:cNvSpPr txBox="1"/>
          <p:nvPr/>
        </p:nvSpPr>
        <p:spPr>
          <a:xfrm>
            <a:off x="3856241" y="2124894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手扌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90E6F4E-05B0-8414-1453-D8B08167D7B5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4B38B68-EE35-D8A0-A479-7F3C79ED666A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791B640-0FDE-7BDF-7B2D-3B86E26FF7BD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推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tv1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u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5401BC1-DE8B-FF9F-EE5E-81CA8543B024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手</a:t>
            </a:r>
          </a:p>
        </p:txBody>
      </p:sp>
    </p:spTree>
    <p:extLst>
      <p:ext uri="{BB962C8B-B14F-4D97-AF65-F5344CB8AC3E}">
        <p14:creationId xmlns:p14="http://schemas.microsoft.com/office/powerpoint/2010/main" val="17972129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72820F-802E-ACA6-0383-E969D9ED0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F434A34A-6F75-5815-DFB4-E3CB57368079}"/>
              </a:ext>
            </a:extLst>
          </p:cNvPr>
          <p:cNvSpPr txBox="1">
            <a:spLocks/>
          </p:cNvSpPr>
          <p:nvPr/>
        </p:nvSpPr>
        <p:spPr>
          <a:xfrm>
            <a:off x="1044472" y="49978"/>
            <a:ext cx="7127928" cy="964409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matte">
              <a:bevelT w="12700" h="127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lang="zh-CN" altLang="en-US" sz="4400" b="0" kern="1200" spc="50">
                <a:ln w="12700">
                  <a:noFill/>
                  <a:prstDash val="solid"/>
                </a:ln>
                <a:solidFill>
                  <a:schemeClr val="accent4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latinLnBrk="0" hangingPunct="1">
              <a:defRPr kumimoji="0">
                <a:solidFill>
                  <a:schemeClr val="tx2"/>
                </a:solidFill>
              </a:defRPr>
            </a:lvl2pPr>
            <a:lvl3pPr eaLnBrk="1" latinLnBrk="0" hangingPunct="1">
              <a:defRPr kumimoji="0">
                <a:solidFill>
                  <a:schemeClr val="tx2"/>
                </a:solidFill>
              </a:defRPr>
            </a:lvl3pPr>
            <a:lvl4pPr eaLnBrk="1" latinLnBrk="0" hangingPunct="1">
              <a:defRPr kumimoji="0">
                <a:solidFill>
                  <a:schemeClr val="tx2"/>
                </a:solidFill>
              </a:defRPr>
            </a:lvl4pPr>
            <a:lvl5pPr eaLnBrk="1" latinLnBrk="0" hangingPunct="1">
              <a:defRPr kumimoji="0">
                <a:solidFill>
                  <a:schemeClr val="tx2"/>
                </a:solidFill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U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攵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水矢手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食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山士豕身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482F3D3-A2DE-4CAC-3A8B-555E247E5552}"/>
              </a:ext>
            </a:extLst>
          </p:cNvPr>
          <p:cNvSpPr txBox="1"/>
          <p:nvPr/>
        </p:nvSpPr>
        <p:spPr>
          <a:xfrm>
            <a:off x="1264274" y="3789040"/>
            <a:ext cx="813043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ur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5D8D971-7F62-8208-7F73-424166189D9E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BA6BEE3-54F3-B4D0-5383-163688A84CAB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0162A89-9096-D9D2-6AF0-D09E036EB810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866E2C3-6C95-5A6F-B25B-1292D6C2AB83}"/>
              </a:ext>
            </a:extLst>
          </p:cNvPr>
          <p:cNvSpPr txBox="1"/>
          <p:nvPr/>
        </p:nvSpPr>
        <p:spPr>
          <a:xfrm>
            <a:off x="3864323" y="342900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36BA596-1C9C-2E87-09A7-E27A0B382B1D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5E583DB0-D48E-3A7C-A93D-5280FCC7B81D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4F093585-9EDB-09B3-A5DD-DCEECFFF0D91}"/>
              </a:ext>
            </a:extLst>
          </p:cNvPr>
          <p:cNvSpPr txBox="1"/>
          <p:nvPr/>
        </p:nvSpPr>
        <p:spPr>
          <a:xfrm>
            <a:off x="3856241" y="2124894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食饣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BC9A13F-1DFA-8BAF-1E9B-F96DB82A491C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C57E2F8-9EA1-1071-6FC5-3595B57538A9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DB9B911-2BD1-EDD3-77CE-FCE3FBFD82D1}"/>
              </a:ext>
            </a:extLst>
          </p:cNvPr>
          <p:cNvSpPr txBox="1"/>
          <p:nvPr/>
        </p:nvSpPr>
        <p:spPr>
          <a:xfrm>
            <a:off x="6100594" y="1801729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饮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yn3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u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4EE0743-3D56-7A6F-9AEF-69D4D2B1F14E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食</a:t>
            </a:r>
          </a:p>
        </p:txBody>
      </p:sp>
    </p:spTree>
    <p:extLst>
      <p:ext uri="{BB962C8B-B14F-4D97-AF65-F5344CB8AC3E}">
        <p14:creationId xmlns:p14="http://schemas.microsoft.com/office/powerpoint/2010/main" val="36035119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38F68A-C184-560B-D51F-048609A92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DBAE9E89-F267-1634-755D-079CE0472B41}"/>
              </a:ext>
            </a:extLst>
          </p:cNvPr>
          <p:cNvSpPr txBox="1">
            <a:spLocks/>
          </p:cNvSpPr>
          <p:nvPr/>
        </p:nvSpPr>
        <p:spPr>
          <a:xfrm>
            <a:off x="1044472" y="49978"/>
            <a:ext cx="7127928" cy="964409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matte">
              <a:bevelT w="12700" h="127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lang="zh-CN" altLang="en-US" sz="4400" b="0" kern="1200" spc="50">
                <a:ln w="12700">
                  <a:noFill/>
                  <a:prstDash val="solid"/>
                </a:ln>
                <a:solidFill>
                  <a:schemeClr val="accent4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latinLnBrk="0" hangingPunct="1">
              <a:defRPr kumimoji="0">
                <a:solidFill>
                  <a:schemeClr val="tx2"/>
                </a:solidFill>
              </a:defRPr>
            </a:lvl2pPr>
            <a:lvl3pPr eaLnBrk="1" latinLnBrk="0" hangingPunct="1">
              <a:defRPr kumimoji="0">
                <a:solidFill>
                  <a:schemeClr val="tx2"/>
                </a:solidFill>
              </a:defRPr>
            </a:lvl3pPr>
            <a:lvl4pPr eaLnBrk="1" latinLnBrk="0" hangingPunct="1">
              <a:defRPr kumimoji="0">
                <a:solidFill>
                  <a:schemeClr val="tx2"/>
                </a:solidFill>
              </a:defRPr>
            </a:lvl4pPr>
            <a:lvl5pPr eaLnBrk="1" latinLnBrk="0" hangingPunct="1">
              <a:defRPr kumimoji="0">
                <a:solidFill>
                  <a:schemeClr val="tx2"/>
                </a:solidFill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U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攵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水矢手食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山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士豕身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C5CE79C-DAC7-8EA9-F1B4-82BAC25DFCEB}"/>
              </a:ext>
            </a:extLst>
          </p:cNvPr>
          <p:cNvSpPr txBox="1"/>
          <p:nvPr/>
        </p:nvSpPr>
        <p:spPr>
          <a:xfrm>
            <a:off x="1264274" y="3789040"/>
            <a:ext cx="745717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uj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0E75254-2B26-CE8F-30BA-4CED677D92BB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42D24EF-36AB-48F5-6836-B715EFA1FEB0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F551162-A4D8-560D-A9E5-BF44CDD10F6B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E363555-BC9C-206B-1625-4D6BD8783B33}"/>
              </a:ext>
            </a:extLst>
          </p:cNvPr>
          <p:cNvSpPr txBox="1"/>
          <p:nvPr/>
        </p:nvSpPr>
        <p:spPr>
          <a:xfrm>
            <a:off x="3864323" y="342900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52CF1DE-31CA-6BE5-DBCC-8E940C72771B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E355523D-019A-F3C7-BAE5-F7BC01010988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FC4460AB-E297-98F5-3F13-CF0903636943}"/>
              </a:ext>
            </a:extLst>
          </p:cNvPr>
          <p:cNvSpPr txBox="1"/>
          <p:nvPr/>
        </p:nvSpPr>
        <p:spPr>
          <a:xfrm>
            <a:off x="3856241" y="2124894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山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C302A1E-7D3E-2DED-D0E0-333AD1AF809A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A9F601B-4C59-DCD3-01EF-379820A23A56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BEDEE9A-38DA-E0A1-D955-70EC34C58A53}"/>
              </a:ext>
            </a:extLst>
          </p:cNvPr>
          <p:cNvSpPr txBox="1"/>
          <p:nvPr/>
        </p:nvSpPr>
        <p:spPr>
          <a:xfrm>
            <a:off x="6100594" y="1801729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岖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qu1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u</a:t>
            </a:r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o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C1724FD-D9A2-9E21-3F94-F66D2B2A40D3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山</a:t>
            </a:r>
          </a:p>
        </p:txBody>
      </p:sp>
    </p:spTree>
    <p:extLst>
      <p:ext uri="{BB962C8B-B14F-4D97-AF65-F5344CB8AC3E}">
        <p14:creationId xmlns:p14="http://schemas.microsoft.com/office/powerpoint/2010/main" val="16279856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589F1F-9377-F68E-9B60-BB044ADF91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A797F12B-D9D4-2A1E-DE6E-4E96CB805E5D}"/>
              </a:ext>
            </a:extLst>
          </p:cNvPr>
          <p:cNvSpPr txBox="1">
            <a:spLocks/>
          </p:cNvSpPr>
          <p:nvPr/>
        </p:nvSpPr>
        <p:spPr>
          <a:xfrm>
            <a:off x="1044472" y="49978"/>
            <a:ext cx="7127928" cy="964409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matte">
              <a:bevelT w="12700" h="127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lang="zh-CN" altLang="en-US" sz="4400" b="0" kern="1200" spc="50">
                <a:ln w="12700">
                  <a:noFill/>
                  <a:prstDash val="solid"/>
                </a:ln>
                <a:solidFill>
                  <a:schemeClr val="accent4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latinLnBrk="0" hangingPunct="1">
              <a:defRPr kumimoji="0">
                <a:solidFill>
                  <a:schemeClr val="tx2"/>
                </a:solidFill>
              </a:defRPr>
            </a:lvl2pPr>
            <a:lvl3pPr eaLnBrk="1" latinLnBrk="0" hangingPunct="1">
              <a:defRPr kumimoji="0">
                <a:solidFill>
                  <a:schemeClr val="tx2"/>
                </a:solidFill>
              </a:defRPr>
            </a:lvl3pPr>
            <a:lvl4pPr eaLnBrk="1" latinLnBrk="0" hangingPunct="1">
              <a:defRPr kumimoji="0">
                <a:solidFill>
                  <a:schemeClr val="tx2"/>
                </a:solidFill>
              </a:defRPr>
            </a:lvl4pPr>
            <a:lvl5pPr eaLnBrk="1" latinLnBrk="0" hangingPunct="1">
              <a:defRPr kumimoji="0">
                <a:solidFill>
                  <a:schemeClr val="tx2"/>
                </a:solidFill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U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攵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水矢手食山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士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豕身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75E46A4-9932-F8D2-4C61-47F55A0A27AA}"/>
              </a:ext>
            </a:extLst>
          </p:cNvPr>
          <p:cNvSpPr txBox="1"/>
          <p:nvPr/>
        </p:nvSpPr>
        <p:spPr>
          <a:xfrm>
            <a:off x="1264274" y="3789040"/>
            <a:ext cx="944489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uh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5251EF8-7673-2741-8547-68254B89C37A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1841977-2F20-5A0F-8DBB-F2C5A76B9797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5BC49E5-3555-0116-2CE1-1CB16E8E9C26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91AEA47-4B54-EAD0-46F9-E277F3591167}"/>
              </a:ext>
            </a:extLst>
          </p:cNvPr>
          <p:cNvSpPr txBox="1"/>
          <p:nvPr/>
        </p:nvSpPr>
        <p:spPr>
          <a:xfrm>
            <a:off x="3864323" y="342900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32A9DC6-01DF-C7F6-349F-9DDF173C1255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785DBC52-19BC-EF4C-5D9A-2D93A738EF83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A6BFFED7-F386-F7A6-B72A-362A4942913E}"/>
              </a:ext>
            </a:extLst>
          </p:cNvPr>
          <p:cNvSpPr txBox="1"/>
          <p:nvPr/>
        </p:nvSpPr>
        <p:spPr>
          <a:xfrm>
            <a:off x="3856241" y="2124894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士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CFB8EE9-53BE-DA9E-A987-783E4BCE2595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9F30FB0-24E2-BCEF-0605-DC7D4A74A221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5240B79-B12E-6174-AAD1-D1419A0B0044}"/>
              </a:ext>
            </a:extLst>
          </p:cNvPr>
          <p:cNvSpPr txBox="1"/>
          <p:nvPr/>
        </p:nvSpPr>
        <p:spPr>
          <a:xfrm>
            <a:off x="6100594" y="1801729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壹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yi1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u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2AAAF25-9D8C-A8AA-D5BA-E254E435EBBB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士</a:t>
            </a:r>
          </a:p>
        </p:txBody>
      </p:sp>
    </p:spTree>
    <p:extLst>
      <p:ext uri="{BB962C8B-B14F-4D97-AF65-F5344CB8AC3E}">
        <p14:creationId xmlns:p14="http://schemas.microsoft.com/office/powerpoint/2010/main" val="28166863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663CD6-9872-1B6B-5F7A-EEA4D5836B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B002C23B-2E36-D5E7-5A7B-488EB5161F6C}"/>
              </a:ext>
            </a:extLst>
          </p:cNvPr>
          <p:cNvSpPr txBox="1">
            <a:spLocks/>
          </p:cNvSpPr>
          <p:nvPr/>
        </p:nvSpPr>
        <p:spPr>
          <a:xfrm>
            <a:off x="1044472" y="49978"/>
            <a:ext cx="7127928" cy="964409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matte">
              <a:bevelT w="12700" h="127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lang="zh-CN" altLang="en-US" sz="4400" b="0" kern="1200" spc="50">
                <a:ln w="12700">
                  <a:noFill/>
                  <a:prstDash val="solid"/>
                </a:ln>
                <a:solidFill>
                  <a:schemeClr val="accent4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latinLnBrk="0" hangingPunct="1">
              <a:defRPr kumimoji="0">
                <a:solidFill>
                  <a:schemeClr val="tx2"/>
                </a:solidFill>
              </a:defRPr>
            </a:lvl2pPr>
            <a:lvl3pPr eaLnBrk="1" latinLnBrk="0" hangingPunct="1">
              <a:defRPr kumimoji="0">
                <a:solidFill>
                  <a:schemeClr val="tx2"/>
                </a:solidFill>
              </a:defRPr>
            </a:lvl3pPr>
            <a:lvl4pPr eaLnBrk="1" latinLnBrk="0" hangingPunct="1">
              <a:defRPr kumimoji="0">
                <a:solidFill>
                  <a:schemeClr val="tx2"/>
                </a:solidFill>
              </a:defRPr>
            </a:lvl4pPr>
            <a:lvl5pPr eaLnBrk="1" latinLnBrk="0" hangingPunct="1">
              <a:defRPr kumimoji="0">
                <a:solidFill>
                  <a:schemeClr val="tx2"/>
                </a:solidFill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U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攵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水矢手食山士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豕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身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F8F74E0-CF7E-CB43-A010-D09898F82207}"/>
              </a:ext>
            </a:extLst>
          </p:cNvPr>
          <p:cNvSpPr txBox="1"/>
          <p:nvPr/>
        </p:nvSpPr>
        <p:spPr>
          <a:xfrm>
            <a:off x="1264274" y="3789040"/>
            <a:ext cx="952505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un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0B62623-F8E0-892F-C30B-3AB9B1FA645F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D71598C-2CED-225B-66A5-9FED23917405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E4B7A15-E5FA-4804-065A-CB517DA3161E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9217591-9580-1438-8C26-5001301904EB}"/>
              </a:ext>
            </a:extLst>
          </p:cNvPr>
          <p:cNvSpPr txBox="1"/>
          <p:nvPr/>
        </p:nvSpPr>
        <p:spPr>
          <a:xfrm>
            <a:off x="3864323" y="342900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1C7777F-D0F2-CE4F-C32C-6771CA71EF33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B942F78A-4718-A19C-9160-5D453E8BE3C0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A381DC5F-02FB-2362-68F1-C2EA96F0E684}"/>
              </a:ext>
            </a:extLst>
          </p:cNvPr>
          <p:cNvSpPr txBox="1"/>
          <p:nvPr/>
        </p:nvSpPr>
        <p:spPr>
          <a:xfrm>
            <a:off x="3856241" y="2124894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豕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A01C387-3C69-4F9A-6304-2D79F2393144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90A2CE0-8177-9F61-5A84-4579AB7C018E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2F6DDEA-1131-3986-8247-72FFA595D033}"/>
              </a:ext>
            </a:extLst>
          </p:cNvPr>
          <p:cNvSpPr txBox="1"/>
          <p:nvPr/>
        </p:nvSpPr>
        <p:spPr>
          <a:xfrm>
            <a:off x="6100594" y="1801729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豗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hv1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u</a:t>
            </a:r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w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38F41DF-F31D-9182-7AC9-3A7BBC2ED170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豕</a:t>
            </a:r>
          </a:p>
        </p:txBody>
      </p:sp>
    </p:spTree>
    <p:extLst>
      <p:ext uri="{BB962C8B-B14F-4D97-AF65-F5344CB8AC3E}">
        <p14:creationId xmlns:p14="http://schemas.microsoft.com/office/powerpoint/2010/main" val="37442605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62FB5F-A7FB-6247-EB67-7881AF94B3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D338A4BA-8EB4-DD61-705A-52BED101B427}"/>
              </a:ext>
            </a:extLst>
          </p:cNvPr>
          <p:cNvSpPr txBox="1">
            <a:spLocks/>
          </p:cNvSpPr>
          <p:nvPr/>
        </p:nvSpPr>
        <p:spPr>
          <a:xfrm>
            <a:off x="1044472" y="49978"/>
            <a:ext cx="7127928" cy="964409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matte">
              <a:bevelT w="12700" h="127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lang="zh-CN" altLang="en-US" sz="4400" b="0" kern="1200" spc="50">
                <a:ln w="12700">
                  <a:noFill/>
                  <a:prstDash val="solid"/>
                </a:ln>
                <a:solidFill>
                  <a:schemeClr val="accent4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latinLnBrk="0" hangingPunct="1">
              <a:defRPr kumimoji="0">
                <a:solidFill>
                  <a:schemeClr val="tx2"/>
                </a:solidFill>
              </a:defRPr>
            </a:lvl2pPr>
            <a:lvl3pPr eaLnBrk="1" latinLnBrk="0" hangingPunct="1">
              <a:defRPr kumimoji="0">
                <a:solidFill>
                  <a:schemeClr val="tx2"/>
                </a:solidFill>
              </a:defRPr>
            </a:lvl3pPr>
            <a:lvl4pPr eaLnBrk="1" latinLnBrk="0" hangingPunct="1">
              <a:defRPr kumimoji="0">
                <a:solidFill>
                  <a:schemeClr val="tx2"/>
                </a:solidFill>
              </a:defRPr>
            </a:lvl4pPr>
            <a:lvl5pPr eaLnBrk="1" latinLnBrk="0" hangingPunct="1">
              <a:defRPr kumimoji="0">
                <a:solidFill>
                  <a:schemeClr val="tx2"/>
                </a:solidFill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U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攵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水矢手食山士豕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身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2DD5296-CF3C-EE8C-264C-8D0C3292B391}"/>
              </a:ext>
            </a:extLst>
          </p:cNvPr>
          <p:cNvSpPr txBox="1"/>
          <p:nvPr/>
        </p:nvSpPr>
        <p:spPr>
          <a:xfrm>
            <a:off x="1264274" y="3789040"/>
            <a:ext cx="777777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uf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A36971B-6060-2B7D-37AD-93A2A9AEFCD4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31ED1FD-C6AF-11C9-3015-8325EDB84533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512F785-5067-5606-70CB-60768DCD637C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1B00136-B3EF-3832-99E6-F60E09AD3ECD}"/>
              </a:ext>
            </a:extLst>
          </p:cNvPr>
          <p:cNvSpPr txBox="1"/>
          <p:nvPr/>
        </p:nvSpPr>
        <p:spPr>
          <a:xfrm>
            <a:off x="3864323" y="342900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210BA46-6AC9-9490-B281-3D10DB638FF7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7F01C212-125A-B098-6F68-B5C80171D51D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A609A387-26BA-E62D-B2CC-E6AFF80CB0CB}"/>
              </a:ext>
            </a:extLst>
          </p:cNvPr>
          <p:cNvSpPr txBox="1"/>
          <p:nvPr/>
        </p:nvSpPr>
        <p:spPr>
          <a:xfrm>
            <a:off x="3856241" y="2124894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身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0BCD8E0-C1CF-9E8A-A753-B0D60249AD37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34C1359-0F65-4171-14FD-FE8DA1C92AB9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CB8826F-7D56-741B-4233-3FCEF21D8785}"/>
              </a:ext>
            </a:extLst>
          </p:cNvPr>
          <p:cNvSpPr txBox="1"/>
          <p:nvPr/>
        </p:nvSpPr>
        <p:spPr>
          <a:xfrm>
            <a:off x="6100594" y="1801729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躲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do3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u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3F93053-6DEE-F1D2-022A-698FAF2C808A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身</a:t>
            </a:r>
          </a:p>
        </p:txBody>
      </p:sp>
    </p:spTree>
    <p:extLst>
      <p:ext uri="{BB962C8B-B14F-4D97-AF65-F5344CB8AC3E}">
        <p14:creationId xmlns:p14="http://schemas.microsoft.com/office/powerpoint/2010/main" val="3150897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BD7C07-BADA-3DED-3231-545F9CA001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A22194EA-445D-3FB5-2BB3-37DBAE585FDA}"/>
              </a:ext>
            </a:extLst>
          </p:cNvPr>
          <p:cNvSpPr txBox="1">
            <a:spLocks/>
          </p:cNvSpPr>
          <p:nvPr/>
        </p:nvSpPr>
        <p:spPr>
          <a:xfrm>
            <a:off x="1044472" y="49978"/>
            <a:ext cx="7127928" cy="964409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matte">
              <a:bevelT w="12700" h="127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lang="zh-CN" altLang="en-US" sz="4400" b="0" kern="1200" spc="50">
                <a:ln w="12700">
                  <a:noFill/>
                  <a:prstDash val="solid"/>
                </a:ln>
                <a:solidFill>
                  <a:schemeClr val="accent4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latinLnBrk="0" hangingPunct="1">
              <a:defRPr kumimoji="0">
                <a:solidFill>
                  <a:schemeClr val="tx2"/>
                </a:solidFill>
              </a:defRPr>
            </a:lvl2pPr>
            <a:lvl3pPr eaLnBrk="1" latinLnBrk="0" hangingPunct="1">
              <a:defRPr kumimoji="0">
                <a:solidFill>
                  <a:schemeClr val="tx2"/>
                </a:solidFill>
              </a:defRPr>
            </a:lvl3pPr>
            <a:lvl4pPr eaLnBrk="1" latinLnBrk="0" hangingPunct="1">
              <a:defRPr kumimoji="0">
                <a:solidFill>
                  <a:schemeClr val="tx2"/>
                </a:solidFill>
              </a:defRPr>
            </a:lvl4pPr>
            <a:lvl5pPr eaLnBrk="1" latinLnBrk="0" hangingPunct="1">
              <a:defRPr kumimoji="0">
                <a:solidFill>
                  <a:schemeClr val="tx2"/>
                </a:solidFill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V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 sz="3600" kern="100" dirty="0">
                <a:solidFill>
                  <a:srgbClr val="EE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乑</a:t>
            </a:r>
            <a:r>
              <a:rPr lang="zh-CN" altLang="zh-CN" sz="36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争舟止爪</a:t>
            </a:r>
            <a:r>
              <a:rPr lang="zh-CN" altLang="zh-CN" sz="3600" kern="100" dirty="0">
                <a:solidFill>
                  <a:srgbClr val="EE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鬼</a:t>
            </a:r>
            <a:r>
              <a:rPr lang="zh-CN" altLang="zh-CN" sz="36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支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1067BDA-EEFC-53EE-ED67-AA46BBB212C6}"/>
              </a:ext>
            </a:extLst>
          </p:cNvPr>
          <p:cNvSpPr txBox="1"/>
          <p:nvPr/>
        </p:nvSpPr>
        <p:spPr>
          <a:xfrm>
            <a:off x="1264274" y="3789040"/>
            <a:ext cx="795411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vs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F2E6410-45D6-ECBF-B8E8-B35CDADFE9CC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798D087-CC4F-E4B4-58C1-6D4E3858E7F8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C322497-A467-B9D7-A981-51B08AD5558B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854C418-2632-213D-08C9-50140C4F85E7}"/>
              </a:ext>
            </a:extLst>
          </p:cNvPr>
          <p:cNvSpPr txBox="1"/>
          <p:nvPr/>
        </p:nvSpPr>
        <p:spPr>
          <a:xfrm>
            <a:off x="3864323" y="342900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E2421CA-9B2A-5B9A-E3C8-A29E153ECC99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6568319A-905C-D1E8-F989-58B5E6F6E17E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227A4668-C3D1-5082-7A51-BBB3F2DFEB4B}"/>
              </a:ext>
            </a:extLst>
          </p:cNvPr>
          <p:cNvSpPr txBox="1"/>
          <p:nvPr/>
        </p:nvSpPr>
        <p:spPr>
          <a:xfrm>
            <a:off x="3856241" y="2124894"/>
            <a:ext cx="146706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众（衆眾）</a:t>
            </a:r>
            <a:endParaRPr lang="en-US" altLang="zh-CN" sz="2000" dirty="0">
              <a:latin typeface="+mn-ea"/>
            </a:endParaRPr>
          </a:p>
          <a:p>
            <a:r>
              <a:rPr lang="en-US" altLang="zh-CN" sz="2000" dirty="0">
                <a:latin typeface="+mn-ea"/>
              </a:rPr>
              <a:t>yin2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38953AA-4302-AD2A-DB8D-8A676CBA14EC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800000"/>
                </a:highlight>
                <a:latin typeface="得意黑" pitchFamily="2" charset="-122"/>
                <a:ea typeface="得意黑" pitchFamily="2" charset="-122"/>
              </a:rPr>
              <a:t>别码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568B72D-EA32-9DD5-BAEE-938AA6AEBFC3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D84C0AC-8C87-41A2-3F88-A5FE4247F030}"/>
              </a:ext>
            </a:extLst>
          </p:cNvPr>
          <p:cNvSpPr txBox="1"/>
          <p:nvPr/>
        </p:nvSpPr>
        <p:spPr>
          <a:xfrm>
            <a:off x="6100594" y="1801729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聚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ju4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v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57BEB6A-4AE0-CED6-5E3A-F9A1157B0B1C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乑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D4AFF36E-5142-CB65-6353-468680AD4233}"/>
              </a:ext>
            </a:extLst>
          </p:cNvPr>
          <p:cNvSpPr txBox="1">
            <a:spLocks/>
          </p:cNvSpPr>
          <p:nvPr/>
        </p:nvSpPr>
        <p:spPr>
          <a:xfrm>
            <a:off x="1044472" y="44624"/>
            <a:ext cx="7127928" cy="964409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matte">
              <a:bevelT w="12700" h="127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lang="zh-CN" altLang="en-US" sz="4400" b="0" kern="1200" spc="50">
                <a:ln w="12700">
                  <a:noFill/>
                  <a:prstDash val="solid"/>
                </a:ln>
                <a:solidFill>
                  <a:schemeClr val="accent4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latinLnBrk="0" hangingPunct="1">
              <a:defRPr kumimoji="0">
                <a:solidFill>
                  <a:schemeClr val="tx2"/>
                </a:solidFill>
              </a:defRPr>
            </a:lvl2pPr>
            <a:lvl3pPr eaLnBrk="1" latinLnBrk="0" hangingPunct="1">
              <a:defRPr kumimoji="0">
                <a:solidFill>
                  <a:schemeClr val="tx2"/>
                </a:solidFill>
              </a:defRPr>
            </a:lvl3pPr>
            <a:lvl4pPr eaLnBrk="1" latinLnBrk="0" hangingPunct="1">
              <a:defRPr kumimoji="0">
                <a:solidFill>
                  <a:schemeClr val="tx2"/>
                </a:solidFill>
              </a:defRPr>
            </a:lvl4pPr>
            <a:lvl5pPr eaLnBrk="1" latinLnBrk="0" hangingPunct="1">
              <a:defRPr kumimoji="0">
                <a:solidFill>
                  <a:schemeClr val="tx2"/>
                </a:solidFill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V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 sz="3600" kern="1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乑</a:t>
            </a:r>
            <a:r>
              <a:rPr lang="zh-CN" altLang="zh-CN" sz="36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争舟止爪</a:t>
            </a:r>
            <a:r>
              <a:rPr lang="zh-CN" altLang="zh-CN" sz="3600" kern="100" dirty="0">
                <a:solidFill>
                  <a:srgbClr val="EE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鬼</a:t>
            </a:r>
            <a:r>
              <a:rPr lang="zh-CN" altLang="zh-CN" sz="36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支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443727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FE015B-29EB-B82A-71DD-63CEBC46FA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AA0FE8D8-A9EB-4132-9DE2-0448AB9E3A66}"/>
              </a:ext>
            </a:extLst>
          </p:cNvPr>
          <p:cNvSpPr txBox="1">
            <a:spLocks/>
          </p:cNvSpPr>
          <p:nvPr/>
        </p:nvSpPr>
        <p:spPr>
          <a:xfrm>
            <a:off x="1044472" y="49978"/>
            <a:ext cx="7127928" cy="964409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matte">
              <a:bevelT w="12700" h="127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lang="zh-CN" altLang="en-US" sz="4400" b="0" kern="1200" spc="50">
                <a:ln w="12700">
                  <a:noFill/>
                  <a:prstDash val="solid"/>
                </a:ln>
                <a:solidFill>
                  <a:schemeClr val="accent4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latinLnBrk="0" hangingPunct="1">
              <a:defRPr kumimoji="0">
                <a:solidFill>
                  <a:schemeClr val="tx2"/>
                </a:solidFill>
              </a:defRPr>
            </a:lvl2pPr>
            <a:lvl3pPr eaLnBrk="1" latinLnBrk="0" hangingPunct="1">
              <a:defRPr kumimoji="0">
                <a:solidFill>
                  <a:schemeClr val="tx2"/>
                </a:solidFill>
              </a:defRPr>
            </a:lvl3pPr>
            <a:lvl4pPr eaLnBrk="1" latinLnBrk="0" hangingPunct="1">
              <a:defRPr kumimoji="0">
                <a:solidFill>
                  <a:schemeClr val="tx2"/>
                </a:solidFill>
              </a:defRPr>
            </a:lvl4pPr>
            <a:lvl5pPr eaLnBrk="1" latinLnBrk="0" hangingPunct="1">
              <a:defRPr kumimoji="0">
                <a:solidFill>
                  <a:schemeClr val="tx2"/>
                </a:solidFill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V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 sz="3600" kern="100" dirty="0">
                <a:solidFill>
                  <a:srgbClr val="EE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乑</a:t>
            </a:r>
            <a:r>
              <a:rPr lang="zh-CN" altLang="zh-CN" sz="3600" kern="1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争</a:t>
            </a:r>
            <a:r>
              <a:rPr lang="zh-CN" altLang="zh-CN" sz="36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舟止爪</a:t>
            </a:r>
            <a:r>
              <a:rPr lang="zh-CN" altLang="zh-CN" sz="3600" kern="100" dirty="0">
                <a:solidFill>
                  <a:srgbClr val="EE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鬼</a:t>
            </a:r>
            <a:r>
              <a:rPr lang="zh-CN" altLang="zh-CN" sz="36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支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F742E68-E202-5D35-67CE-CAC8FFAE7E82}"/>
              </a:ext>
            </a:extLst>
          </p:cNvPr>
          <p:cNvSpPr txBox="1"/>
          <p:nvPr/>
        </p:nvSpPr>
        <p:spPr>
          <a:xfrm>
            <a:off x="1264274" y="3789040"/>
            <a:ext cx="906017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vg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F696DAA-88CD-8E34-088E-B93FE951A5AF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64A1653-E62F-FE6B-61B2-4654E5D16848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1512A41-D5F0-9A44-5BBB-345EDD66042E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160D698-EF0F-BEB0-0E1D-702C4B4044D2}"/>
              </a:ext>
            </a:extLst>
          </p:cNvPr>
          <p:cNvSpPr txBox="1"/>
          <p:nvPr/>
        </p:nvSpPr>
        <p:spPr>
          <a:xfrm>
            <a:off x="3864323" y="342900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1E342F2-90C3-A219-5E06-8FE66DB2EFA6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00DCEB52-D306-E1F5-6CDA-56657E7670C1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3D8DC6E7-2AA2-8A28-9B80-CB480F74C55C}"/>
              </a:ext>
            </a:extLst>
          </p:cNvPr>
          <p:cNvSpPr txBox="1"/>
          <p:nvPr/>
        </p:nvSpPr>
        <p:spPr>
          <a:xfrm>
            <a:off x="3856241" y="2124894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争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58827F9-0810-97D2-E03F-86A76D435C27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A0D4468-5E57-7E01-DBB1-CAC65D7786DB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4ACEDC7-3D68-B877-D527-9F637222A7B0}"/>
              </a:ext>
            </a:extLst>
          </p:cNvPr>
          <p:cNvSpPr txBox="1"/>
          <p:nvPr/>
        </p:nvSpPr>
        <p:spPr>
          <a:xfrm>
            <a:off x="6100594" y="1801729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静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j;4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v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26F59-22A1-0FE7-CEC9-3AE746EFF1C4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争</a:t>
            </a:r>
          </a:p>
        </p:txBody>
      </p:sp>
    </p:spTree>
    <p:extLst>
      <p:ext uri="{BB962C8B-B14F-4D97-AF65-F5344CB8AC3E}">
        <p14:creationId xmlns:p14="http://schemas.microsoft.com/office/powerpoint/2010/main" val="37129655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467082-CB89-4CBD-8882-A8800B6B14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010AD1F2-3D71-B75F-59A0-CE0AE2DF04F3}"/>
              </a:ext>
            </a:extLst>
          </p:cNvPr>
          <p:cNvSpPr txBox="1">
            <a:spLocks/>
          </p:cNvSpPr>
          <p:nvPr/>
        </p:nvSpPr>
        <p:spPr>
          <a:xfrm>
            <a:off x="1044472" y="49978"/>
            <a:ext cx="7127928" cy="964409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matte">
              <a:bevelT w="12700" h="127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lang="zh-CN" altLang="en-US" sz="4400" b="0" kern="1200" spc="50">
                <a:ln w="12700">
                  <a:noFill/>
                  <a:prstDash val="solid"/>
                </a:ln>
                <a:solidFill>
                  <a:schemeClr val="accent4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latinLnBrk="0" hangingPunct="1">
              <a:defRPr kumimoji="0">
                <a:solidFill>
                  <a:schemeClr val="tx2"/>
                </a:solidFill>
              </a:defRPr>
            </a:lvl2pPr>
            <a:lvl3pPr eaLnBrk="1" latinLnBrk="0" hangingPunct="1">
              <a:defRPr kumimoji="0">
                <a:solidFill>
                  <a:schemeClr val="tx2"/>
                </a:solidFill>
              </a:defRPr>
            </a:lvl3pPr>
            <a:lvl4pPr eaLnBrk="1" latinLnBrk="0" hangingPunct="1">
              <a:defRPr kumimoji="0">
                <a:solidFill>
                  <a:schemeClr val="tx2"/>
                </a:solidFill>
              </a:defRPr>
            </a:lvl4pPr>
            <a:lvl5pPr eaLnBrk="1" latinLnBrk="0" hangingPunct="1">
              <a:defRPr kumimoji="0">
                <a:solidFill>
                  <a:schemeClr val="tx2"/>
                </a:solidFill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V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 sz="3600" kern="100" dirty="0">
                <a:solidFill>
                  <a:srgbClr val="EE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乑</a:t>
            </a:r>
            <a:r>
              <a:rPr lang="zh-CN" altLang="zh-CN" sz="3600" kern="1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争</a:t>
            </a:r>
            <a:r>
              <a:rPr lang="zh-CN" altLang="zh-CN" sz="3600" kern="1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舟</a:t>
            </a:r>
            <a:r>
              <a:rPr lang="zh-CN" altLang="zh-CN" sz="36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止爪</a:t>
            </a:r>
            <a:r>
              <a:rPr lang="zh-CN" altLang="zh-CN" sz="3600" kern="100" dirty="0">
                <a:solidFill>
                  <a:srgbClr val="EE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鬼</a:t>
            </a:r>
            <a:r>
              <a:rPr lang="zh-CN" altLang="zh-CN" sz="36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支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BCD563D-9F29-CD89-AEE3-0D69F5999747}"/>
              </a:ext>
            </a:extLst>
          </p:cNvPr>
          <p:cNvSpPr txBox="1"/>
          <p:nvPr/>
        </p:nvSpPr>
        <p:spPr>
          <a:xfrm>
            <a:off x="1264274" y="3789040"/>
            <a:ext cx="944489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vb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4E4157E-072F-82FC-18F3-26FF6522AA0D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0AC51D7-83DD-EA68-19CA-0551395D4D25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158CC6B-CC6A-7A87-B45F-84AB862D871E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FAF30E5-C196-2BAA-F3A0-88512903A676}"/>
              </a:ext>
            </a:extLst>
          </p:cNvPr>
          <p:cNvSpPr txBox="1"/>
          <p:nvPr/>
        </p:nvSpPr>
        <p:spPr>
          <a:xfrm>
            <a:off x="3864323" y="342900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DC5E293-D77A-93F3-CB24-AFAE76F841E2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44944A49-57E4-84FC-D74D-0296F9248ED2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E845C5C7-021D-BE61-5914-B7B84A690E81}"/>
              </a:ext>
            </a:extLst>
          </p:cNvPr>
          <p:cNvSpPr txBox="1"/>
          <p:nvPr/>
        </p:nvSpPr>
        <p:spPr>
          <a:xfrm>
            <a:off x="3856241" y="2124894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舟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4CA02B5-BAAE-7D3C-5E57-DF21A0F92A77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35506D7-3113-6E94-AD2C-E84C81E58CAA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13A12FC-8754-B142-51B2-43496CECEE8A}"/>
              </a:ext>
            </a:extLst>
          </p:cNvPr>
          <p:cNvSpPr txBox="1"/>
          <p:nvPr/>
        </p:nvSpPr>
        <p:spPr>
          <a:xfrm>
            <a:off x="6100594" y="1801729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舫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fh3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v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28E4B8F-2607-1E07-BA7C-8152318FF61F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舟</a:t>
            </a:r>
          </a:p>
        </p:txBody>
      </p:sp>
    </p:spTree>
    <p:extLst>
      <p:ext uri="{BB962C8B-B14F-4D97-AF65-F5344CB8AC3E}">
        <p14:creationId xmlns:p14="http://schemas.microsoft.com/office/powerpoint/2010/main" val="17528327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12FE40-F296-C8F1-ED05-90E56EDA0A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3FFFBC61-BF49-0644-515B-35851B987B58}"/>
              </a:ext>
            </a:extLst>
          </p:cNvPr>
          <p:cNvSpPr txBox="1">
            <a:spLocks/>
          </p:cNvSpPr>
          <p:nvPr/>
        </p:nvSpPr>
        <p:spPr>
          <a:xfrm>
            <a:off x="1044472" y="49978"/>
            <a:ext cx="7127928" cy="964409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matte">
              <a:bevelT w="12700" h="127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lang="zh-CN" altLang="en-US" sz="4400" b="0" kern="1200" spc="50">
                <a:ln w="12700">
                  <a:noFill/>
                  <a:prstDash val="solid"/>
                </a:ln>
                <a:solidFill>
                  <a:schemeClr val="accent4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latinLnBrk="0" hangingPunct="1">
              <a:defRPr kumimoji="0">
                <a:solidFill>
                  <a:schemeClr val="tx2"/>
                </a:solidFill>
              </a:defRPr>
            </a:lvl2pPr>
            <a:lvl3pPr eaLnBrk="1" latinLnBrk="0" hangingPunct="1">
              <a:defRPr kumimoji="0">
                <a:solidFill>
                  <a:schemeClr val="tx2"/>
                </a:solidFill>
              </a:defRPr>
            </a:lvl3pPr>
            <a:lvl4pPr eaLnBrk="1" latinLnBrk="0" hangingPunct="1">
              <a:defRPr kumimoji="0">
                <a:solidFill>
                  <a:schemeClr val="tx2"/>
                </a:solidFill>
              </a:defRPr>
            </a:lvl4pPr>
            <a:lvl5pPr eaLnBrk="1" latinLnBrk="0" hangingPunct="1">
              <a:defRPr kumimoji="0">
                <a:solidFill>
                  <a:schemeClr val="tx2"/>
                </a:solidFill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V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 sz="3600" kern="100" dirty="0">
                <a:solidFill>
                  <a:srgbClr val="EE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乑</a:t>
            </a:r>
            <a:r>
              <a:rPr lang="zh-CN" altLang="zh-CN" sz="3600" kern="1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争舟</a:t>
            </a:r>
            <a:r>
              <a:rPr lang="zh-CN" altLang="zh-CN" sz="3600" kern="1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止</a:t>
            </a:r>
            <a:r>
              <a:rPr lang="zh-CN" altLang="zh-CN" sz="36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爪</a:t>
            </a:r>
            <a:r>
              <a:rPr lang="zh-CN" altLang="zh-CN" sz="3600" kern="100" dirty="0">
                <a:solidFill>
                  <a:srgbClr val="EE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鬼</a:t>
            </a:r>
            <a:r>
              <a:rPr lang="zh-CN" altLang="zh-CN" sz="36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支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FFE156A-EDEA-8491-469C-5C89B4EA6C23}"/>
              </a:ext>
            </a:extLst>
          </p:cNvPr>
          <p:cNvSpPr txBox="1"/>
          <p:nvPr/>
        </p:nvSpPr>
        <p:spPr>
          <a:xfrm>
            <a:off x="1264274" y="3789040"/>
            <a:ext cx="732893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vi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1C2019C-F53F-1FB7-856C-F9DE286F12C9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FA80190-E1B1-503E-AE3E-1343E6707C91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8CA103E-EE5F-02C5-AB1F-540271185BD3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0103526-2677-128E-B45C-660E1E7BAD5A}"/>
              </a:ext>
            </a:extLst>
          </p:cNvPr>
          <p:cNvSpPr txBox="1"/>
          <p:nvPr/>
        </p:nvSpPr>
        <p:spPr>
          <a:xfrm>
            <a:off x="3864323" y="342900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AAAD827-816D-B732-0B04-DCB9939E2E14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64E08295-AF37-F2EC-D250-1B13C0C619D5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D276D624-ECB0-536E-7553-730A00582184}"/>
              </a:ext>
            </a:extLst>
          </p:cNvPr>
          <p:cNvSpPr txBox="1"/>
          <p:nvPr/>
        </p:nvSpPr>
        <p:spPr>
          <a:xfrm>
            <a:off x="3856241" y="2124894"/>
            <a:ext cx="215956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止</a:t>
            </a:r>
            <a:endParaRPr lang="en-US" altLang="zh-CN" sz="2000" dirty="0">
              <a:latin typeface="+mn-ea"/>
            </a:endParaRPr>
          </a:p>
          <a:p>
            <a:r>
              <a:rPr lang="zh-CN" altLang="en-US" sz="2000" dirty="0">
                <a:latin typeface="+mn-ea"/>
              </a:rPr>
              <a:t>“正”代替为此</a:t>
            </a:r>
            <a:endParaRPr lang="en-US" altLang="zh-CN" sz="2000" dirty="0">
              <a:latin typeface="+mn-ea"/>
            </a:endParaRPr>
          </a:p>
          <a:p>
            <a:r>
              <a:rPr lang="zh-CN" altLang="en-US" sz="2000" dirty="0">
                <a:latin typeface="+mn-ea"/>
              </a:rPr>
              <a:t>有变体“</a:t>
            </a:r>
            <a:r>
              <a:rPr lang="zh-CN" altLang="zh-CN" dirty="0"/>
              <a:t>疋𤴔龰</a:t>
            </a:r>
            <a:r>
              <a:rPr lang="zh-CN" altLang="en-US" sz="2000" dirty="0">
                <a:latin typeface="+mn-ea"/>
              </a:rPr>
              <a:t>”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76765EF-1A3E-2167-6C21-A45A9C466376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02F8E62-5F79-D929-9B85-17DC08F63113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3475809-E293-B192-E832-28AAAD4B701A}"/>
              </a:ext>
            </a:extLst>
          </p:cNvPr>
          <p:cNvSpPr txBox="1"/>
          <p:nvPr/>
        </p:nvSpPr>
        <p:spPr>
          <a:xfrm>
            <a:off x="6100594" y="1801729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步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bu4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v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DF04B7A-58AC-3C6C-5362-A44A5BFAF980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止</a:t>
            </a:r>
          </a:p>
        </p:txBody>
      </p:sp>
    </p:spTree>
    <p:extLst>
      <p:ext uri="{BB962C8B-B14F-4D97-AF65-F5344CB8AC3E}">
        <p14:creationId xmlns:p14="http://schemas.microsoft.com/office/powerpoint/2010/main" val="23688543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2B9065-77B3-81DC-05CB-092C143791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9B6B11A6-3472-DC5A-EA56-A52159AAA406}"/>
              </a:ext>
            </a:extLst>
          </p:cNvPr>
          <p:cNvSpPr txBox="1">
            <a:spLocks/>
          </p:cNvSpPr>
          <p:nvPr/>
        </p:nvSpPr>
        <p:spPr>
          <a:xfrm>
            <a:off x="1044472" y="49978"/>
            <a:ext cx="7127928" cy="964409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matte">
              <a:bevelT w="12700" h="127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lang="zh-CN" altLang="en-US" sz="4400" b="0" kern="1200" spc="50">
                <a:ln w="12700">
                  <a:noFill/>
                  <a:prstDash val="solid"/>
                </a:ln>
                <a:solidFill>
                  <a:schemeClr val="accent4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latinLnBrk="0" hangingPunct="1">
              <a:defRPr kumimoji="0">
                <a:solidFill>
                  <a:schemeClr val="tx2"/>
                </a:solidFill>
              </a:defRPr>
            </a:lvl2pPr>
            <a:lvl3pPr eaLnBrk="1" latinLnBrk="0" hangingPunct="1">
              <a:defRPr kumimoji="0">
                <a:solidFill>
                  <a:schemeClr val="tx2"/>
                </a:solidFill>
              </a:defRPr>
            </a:lvl3pPr>
            <a:lvl4pPr eaLnBrk="1" latinLnBrk="0" hangingPunct="1">
              <a:defRPr kumimoji="0">
                <a:solidFill>
                  <a:schemeClr val="tx2"/>
                </a:solidFill>
              </a:defRPr>
            </a:lvl4pPr>
            <a:lvl5pPr eaLnBrk="1" latinLnBrk="0" hangingPunct="1">
              <a:defRPr kumimoji="0">
                <a:solidFill>
                  <a:schemeClr val="tx2"/>
                </a:solidFill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V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 sz="3600" kern="100" dirty="0">
                <a:solidFill>
                  <a:srgbClr val="EE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乑</a:t>
            </a:r>
            <a:r>
              <a:rPr lang="zh-CN" altLang="zh-CN" sz="3600" kern="1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争舟止</a:t>
            </a:r>
            <a:r>
              <a:rPr lang="zh-CN" altLang="zh-CN" sz="3600" kern="1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爪</a:t>
            </a:r>
            <a:r>
              <a:rPr lang="zh-CN" altLang="zh-CN" sz="3600" kern="100" dirty="0">
                <a:solidFill>
                  <a:srgbClr val="EE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鬼</a:t>
            </a:r>
            <a:r>
              <a:rPr lang="zh-CN" altLang="zh-CN" sz="36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支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8C3B596-94F0-5537-2532-7A4549D9B021}"/>
              </a:ext>
            </a:extLst>
          </p:cNvPr>
          <p:cNvSpPr txBox="1"/>
          <p:nvPr/>
        </p:nvSpPr>
        <p:spPr>
          <a:xfrm>
            <a:off x="1259632" y="3789040"/>
            <a:ext cx="1127232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vw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185C6FD-7246-4316-CCFF-BE8901D08CED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59EE8FA-32DF-4797-1408-87BDF960D505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2876038-A04E-ED4A-5ACD-08E6B78FAFFF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EC9EE25-791D-BE0E-8E8B-A076D9C99342}"/>
              </a:ext>
            </a:extLst>
          </p:cNvPr>
          <p:cNvSpPr txBox="1"/>
          <p:nvPr/>
        </p:nvSpPr>
        <p:spPr>
          <a:xfrm>
            <a:off x="3864323" y="342900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059A7D1-52EA-574C-E23C-F23E3D2A4EF9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69ED2946-994B-C2E5-A50A-502AE295F5CD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459DA6A4-CA42-1E3B-CA30-26C611D3D747}"/>
              </a:ext>
            </a:extLst>
          </p:cNvPr>
          <p:cNvSpPr txBox="1"/>
          <p:nvPr/>
        </p:nvSpPr>
        <p:spPr>
          <a:xfrm>
            <a:off x="3856241" y="2124894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爪爫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4F41BCF-27DA-8B2A-FBF3-F7FD2362BBE3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07254C8-F174-605C-F0DD-C597829ABDC8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6B10756-816F-93BA-C9C0-FF02B811D1B1}"/>
              </a:ext>
            </a:extLst>
          </p:cNvPr>
          <p:cNvSpPr txBox="1"/>
          <p:nvPr/>
        </p:nvSpPr>
        <p:spPr>
          <a:xfrm>
            <a:off x="6100594" y="1801729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受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ub4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v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28378DF-0612-A1F9-7C1F-F24C82BC3AD2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爪</a:t>
            </a:r>
          </a:p>
        </p:txBody>
      </p:sp>
    </p:spTree>
    <p:extLst>
      <p:ext uri="{BB962C8B-B14F-4D97-AF65-F5344CB8AC3E}">
        <p14:creationId xmlns:p14="http://schemas.microsoft.com/office/powerpoint/2010/main" val="9685157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D151C6-1A14-A3CA-9498-E6D20B848B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9A980775-AEF6-6800-1657-02DFAB07DC3C}"/>
              </a:ext>
            </a:extLst>
          </p:cNvPr>
          <p:cNvSpPr txBox="1">
            <a:spLocks/>
          </p:cNvSpPr>
          <p:nvPr/>
        </p:nvSpPr>
        <p:spPr>
          <a:xfrm>
            <a:off x="1044472" y="49978"/>
            <a:ext cx="7127928" cy="964409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matte">
              <a:bevelT w="12700" h="127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lang="zh-CN" altLang="en-US" sz="4400" b="0" kern="1200" spc="50">
                <a:ln w="12700">
                  <a:noFill/>
                  <a:prstDash val="solid"/>
                </a:ln>
                <a:solidFill>
                  <a:schemeClr val="accent4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latinLnBrk="0" hangingPunct="1">
              <a:defRPr kumimoji="0">
                <a:solidFill>
                  <a:schemeClr val="tx2"/>
                </a:solidFill>
              </a:defRPr>
            </a:lvl2pPr>
            <a:lvl3pPr eaLnBrk="1" latinLnBrk="0" hangingPunct="1">
              <a:defRPr kumimoji="0">
                <a:solidFill>
                  <a:schemeClr val="tx2"/>
                </a:solidFill>
              </a:defRPr>
            </a:lvl3pPr>
            <a:lvl4pPr eaLnBrk="1" latinLnBrk="0" hangingPunct="1">
              <a:defRPr kumimoji="0">
                <a:solidFill>
                  <a:schemeClr val="tx2"/>
                </a:solidFill>
              </a:defRPr>
            </a:lvl4pPr>
            <a:lvl5pPr eaLnBrk="1" latinLnBrk="0" hangingPunct="1">
              <a:defRPr kumimoji="0">
                <a:solidFill>
                  <a:schemeClr val="tx2"/>
                </a:solidFill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V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 sz="3600" kern="100" dirty="0">
                <a:solidFill>
                  <a:srgbClr val="EE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乑</a:t>
            </a:r>
            <a:r>
              <a:rPr lang="zh-CN" altLang="zh-CN" sz="3600" kern="1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争舟止爪</a:t>
            </a:r>
            <a:r>
              <a:rPr lang="zh-CN" altLang="zh-CN" sz="3600" kern="1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鬼</a:t>
            </a:r>
            <a:r>
              <a:rPr lang="zh-CN" altLang="zh-CN" sz="36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支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F005736-E26B-384F-6D65-767922BCC952}"/>
              </a:ext>
            </a:extLst>
          </p:cNvPr>
          <p:cNvSpPr txBox="1"/>
          <p:nvPr/>
        </p:nvSpPr>
        <p:spPr>
          <a:xfrm>
            <a:off x="1259632" y="3789040"/>
            <a:ext cx="1148071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vm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B23AE6E-7DFB-AE5A-A381-BBAC60715248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15009A9-E5DC-29D7-7F89-EFD68A57988B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1B3C65A-504F-D0AF-8E61-D9C040E0E2EB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8147C32-782C-8071-C33D-2DB2616E1472}"/>
              </a:ext>
            </a:extLst>
          </p:cNvPr>
          <p:cNvSpPr txBox="1"/>
          <p:nvPr/>
        </p:nvSpPr>
        <p:spPr>
          <a:xfrm>
            <a:off x="3864323" y="342900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AEB328B-8F16-B203-317D-BE79450AECCE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C760B9CD-E871-52B7-0842-F78CE122CDB9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EC7DAC44-25F1-1C23-F6A5-71C881F12C59}"/>
              </a:ext>
            </a:extLst>
          </p:cNvPr>
          <p:cNvSpPr txBox="1"/>
          <p:nvPr/>
        </p:nvSpPr>
        <p:spPr>
          <a:xfrm>
            <a:off x="3856241" y="2124894"/>
            <a:ext cx="8258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 err="1">
                <a:latin typeface="+mn-ea"/>
              </a:rPr>
              <a:t>ui</a:t>
            </a:r>
            <a:r>
              <a:rPr lang="zh-CN" altLang="en-US" sz="2000" dirty="0">
                <a:latin typeface="+mn-ea"/>
              </a:rPr>
              <a:t>→</a:t>
            </a:r>
            <a:r>
              <a:rPr lang="en-US" altLang="zh-CN" sz="2000" dirty="0">
                <a:latin typeface="+mn-ea"/>
              </a:rPr>
              <a:t>v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37B93E7-20D2-C8D6-5F27-981E50EFA07F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800000"/>
                </a:highlight>
                <a:latin typeface="得意黑" pitchFamily="2" charset="-122"/>
                <a:ea typeface="得意黑" pitchFamily="2" charset="-122"/>
              </a:rPr>
              <a:t>别码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F56165F-A662-7DDC-F4DA-45AC688A652C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F4B0576-7C86-C66C-5533-55E1CECFD48F}"/>
              </a:ext>
            </a:extLst>
          </p:cNvPr>
          <p:cNvSpPr txBox="1"/>
          <p:nvPr/>
        </p:nvSpPr>
        <p:spPr>
          <a:xfrm>
            <a:off x="6100594" y="1801729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魑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ii1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v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D3356FA-0A82-2E2A-A34B-32C13578D1A5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鬼</a:t>
            </a:r>
          </a:p>
        </p:txBody>
      </p:sp>
    </p:spTree>
    <p:extLst>
      <p:ext uri="{BB962C8B-B14F-4D97-AF65-F5344CB8AC3E}">
        <p14:creationId xmlns:p14="http://schemas.microsoft.com/office/powerpoint/2010/main" val="3526433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B8C055-7F1E-F099-F6A0-1A9174A205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D9E109ED-CE19-345D-87F9-D37ADA37B11C}"/>
              </a:ext>
            </a:extLst>
          </p:cNvPr>
          <p:cNvSpPr txBox="1">
            <a:spLocks/>
          </p:cNvSpPr>
          <p:nvPr/>
        </p:nvSpPr>
        <p:spPr>
          <a:xfrm>
            <a:off x="1044472" y="49978"/>
            <a:ext cx="7127928" cy="964409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matte">
              <a:bevelT w="12700" h="127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lang="zh-CN" altLang="en-US" sz="4400" b="0" kern="1200" spc="50">
                <a:ln w="12700">
                  <a:noFill/>
                  <a:prstDash val="solid"/>
                </a:ln>
                <a:solidFill>
                  <a:schemeClr val="accent4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latinLnBrk="0" hangingPunct="1">
              <a:defRPr kumimoji="0">
                <a:solidFill>
                  <a:schemeClr val="tx2"/>
                </a:solidFill>
              </a:defRPr>
            </a:lvl2pPr>
            <a:lvl3pPr eaLnBrk="1" latinLnBrk="0" hangingPunct="1">
              <a:defRPr kumimoji="0">
                <a:solidFill>
                  <a:schemeClr val="tx2"/>
                </a:solidFill>
              </a:defRPr>
            </a:lvl3pPr>
            <a:lvl4pPr eaLnBrk="1" latinLnBrk="0" hangingPunct="1">
              <a:defRPr kumimoji="0">
                <a:solidFill>
                  <a:schemeClr val="tx2"/>
                </a:solidFill>
              </a:defRPr>
            </a:lvl4pPr>
            <a:lvl5pPr eaLnBrk="1" latinLnBrk="0" hangingPunct="1">
              <a:defRPr kumimoji="0">
                <a:solidFill>
                  <a:schemeClr val="tx2"/>
                </a:solidFill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V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 sz="3600" kern="100" dirty="0">
                <a:solidFill>
                  <a:srgbClr val="EE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乑</a:t>
            </a:r>
            <a:r>
              <a:rPr lang="zh-CN" altLang="zh-CN" sz="3600" kern="1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争舟止爪</a:t>
            </a:r>
            <a:r>
              <a:rPr lang="zh-CN" altLang="zh-CN" sz="3600" kern="100" dirty="0">
                <a:solidFill>
                  <a:srgbClr val="EE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鬼</a:t>
            </a:r>
            <a:r>
              <a:rPr lang="zh-CN" altLang="zh-CN" sz="3600" kern="1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支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1CDE390-0643-212D-0D84-262E5FC579C8}"/>
              </a:ext>
            </a:extLst>
          </p:cNvPr>
          <p:cNvSpPr txBox="1"/>
          <p:nvPr/>
        </p:nvSpPr>
        <p:spPr>
          <a:xfrm>
            <a:off x="1259632" y="3789040"/>
            <a:ext cx="906017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vk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8499FFD-1620-4C5D-E560-DA4DFB5C949F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494692B-3A47-7121-BABF-8831F2C1E008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08A1366-E4CC-219E-5432-B48D041ED153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DC9902A-A3B1-F658-49E6-914A23B650CE}"/>
              </a:ext>
            </a:extLst>
          </p:cNvPr>
          <p:cNvSpPr txBox="1"/>
          <p:nvPr/>
        </p:nvSpPr>
        <p:spPr>
          <a:xfrm>
            <a:off x="3864323" y="342900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E5A26E9-38C5-8259-5E1B-DB087151BBF5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6955C530-48AF-B811-C8B6-D6FCA86B40F7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55F006AA-8D30-6434-2E11-C2764B9FAFBA}"/>
              </a:ext>
            </a:extLst>
          </p:cNvPr>
          <p:cNvSpPr txBox="1"/>
          <p:nvPr/>
        </p:nvSpPr>
        <p:spPr>
          <a:xfrm>
            <a:off x="3856241" y="2124894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支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F40C2F7-A89E-6F40-1551-9B36817BD24D}"/>
              </a:ext>
            </a:extLst>
          </p:cNvPr>
          <p:cNvSpPr txBox="1"/>
          <p:nvPr/>
        </p:nvSpPr>
        <p:spPr>
          <a:xfrm>
            <a:off x="3856241" y="1739329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CCB4BEF-EB6A-8823-CB00-D2391EB8ECBA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3CED7C5-C994-C5F8-753C-FE803AEEF16C}"/>
              </a:ext>
            </a:extLst>
          </p:cNvPr>
          <p:cNvSpPr txBox="1"/>
          <p:nvPr/>
        </p:nvSpPr>
        <p:spPr>
          <a:xfrm>
            <a:off x="6100594" y="1801729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鼓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gu3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v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1A93B9F-2526-3574-1AA2-5ED7E0DB2F7D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支</a:t>
            </a:r>
          </a:p>
        </p:txBody>
      </p:sp>
    </p:spTree>
    <p:extLst>
      <p:ext uri="{BB962C8B-B14F-4D97-AF65-F5344CB8AC3E}">
        <p14:creationId xmlns:p14="http://schemas.microsoft.com/office/powerpoint/2010/main" val="28418684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8215A6-2876-FC74-BB99-B40A6C8AB4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7C8DB1D8-17DD-4A5A-B975-830487B40D1A}"/>
              </a:ext>
            </a:extLst>
          </p:cNvPr>
          <p:cNvSpPr txBox="1">
            <a:spLocks/>
          </p:cNvSpPr>
          <p:nvPr/>
        </p:nvSpPr>
        <p:spPr>
          <a:xfrm>
            <a:off x="1044472" y="49978"/>
            <a:ext cx="7127928" cy="964409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matte">
              <a:bevelT w="12700" h="127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lang="zh-CN" altLang="en-US" sz="4400" b="0" kern="1200" spc="50">
                <a:ln w="12700">
                  <a:noFill/>
                  <a:prstDash val="solid"/>
                </a:ln>
                <a:solidFill>
                  <a:schemeClr val="accent4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latinLnBrk="0" hangingPunct="1">
              <a:defRPr kumimoji="0">
                <a:solidFill>
                  <a:schemeClr val="tx2"/>
                </a:solidFill>
              </a:defRPr>
            </a:lvl2pPr>
            <a:lvl3pPr eaLnBrk="1" latinLnBrk="0" hangingPunct="1">
              <a:defRPr kumimoji="0">
                <a:solidFill>
                  <a:schemeClr val="tx2"/>
                </a:solidFill>
              </a:defRPr>
            </a:lvl3pPr>
            <a:lvl4pPr eaLnBrk="1" latinLnBrk="0" hangingPunct="1">
              <a:defRPr kumimoji="0">
                <a:solidFill>
                  <a:schemeClr val="tx2"/>
                </a:solidFill>
              </a:defRPr>
            </a:lvl4pPr>
            <a:lvl5pPr eaLnBrk="1" latinLnBrk="0" hangingPunct="1">
              <a:defRPr kumimoji="0">
                <a:solidFill>
                  <a:schemeClr val="tx2"/>
                </a:solidFill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W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 sz="3600" kern="1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王</a:t>
            </a:r>
            <a:r>
              <a:rPr lang="zh-CN" altLang="zh-CN" sz="36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网瓦韦</a:t>
            </a:r>
            <a:r>
              <a:rPr lang="zh-CN" altLang="zh-CN" sz="3600" kern="100" dirty="0">
                <a:solidFill>
                  <a:srgbClr val="EE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隹</a:t>
            </a:r>
            <a:r>
              <a:rPr lang="zh-CN" altLang="zh-CN" sz="36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文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D3FB3AA-CCD7-9686-EBF7-D53AB2E81359}"/>
              </a:ext>
            </a:extLst>
          </p:cNvPr>
          <p:cNvSpPr txBox="1"/>
          <p:nvPr/>
        </p:nvSpPr>
        <p:spPr>
          <a:xfrm>
            <a:off x="1259632" y="3789040"/>
            <a:ext cx="1135247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wh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B061185-C65F-26E3-5ABB-ADA5841EE8E2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0BB0EF7-E34B-F364-F13D-6E4014A808CD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7B41D6C-ACB3-3F84-C020-C20D7C96209C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805A8EF-ADD4-4A8A-629B-9C00448FE595}"/>
              </a:ext>
            </a:extLst>
          </p:cNvPr>
          <p:cNvSpPr txBox="1"/>
          <p:nvPr/>
        </p:nvSpPr>
        <p:spPr>
          <a:xfrm>
            <a:off x="3864323" y="342900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AEDC7AA-3382-113B-F5DB-95DB35DE7A18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A3276F90-A29D-F080-2889-EF1899737453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AFFA8C91-2B53-A7A1-C816-FDAF49D388D1}"/>
              </a:ext>
            </a:extLst>
          </p:cNvPr>
          <p:cNvSpPr txBox="1"/>
          <p:nvPr/>
        </p:nvSpPr>
        <p:spPr>
          <a:xfrm>
            <a:off x="3856241" y="2124894"/>
            <a:ext cx="198002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王</a:t>
            </a:r>
            <a:endParaRPr lang="en-US" altLang="zh-CN" sz="2000" dirty="0">
              <a:latin typeface="+mn-ea"/>
            </a:endParaRPr>
          </a:p>
          <a:p>
            <a:r>
              <a:rPr lang="zh-CN" altLang="en-US" sz="2000" dirty="0">
                <a:latin typeface="+mn-ea"/>
              </a:rPr>
              <a:t>“玉”代替为此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2CB600C-A9FA-3195-1CB6-57496A8C0E52}"/>
              </a:ext>
            </a:extLst>
          </p:cNvPr>
          <p:cNvSpPr txBox="1"/>
          <p:nvPr/>
        </p:nvSpPr>
        <p:spPr>
          <a:xfrm>
            <a:off x="3856241" y="1739329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7C6FE06-5F7D-BCED-E99C-B4C931771C8C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E640189-0D7E-E74C-3550-0093ACCC05B9}"/>
              </a:ext>
            </a:extLst>
          </p:cNvPr>
          <p:cNvSpPr txBox="1"/>
          <p:nvPr/>
        </p:nvSpPr>
        <p:spPr>
          <a:xfrm>
            <a:off x="6100594" y="1801729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璧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bi4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w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1CCE4FD-8DBC-7732-0C02-C79B83EE10A9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王</a:t>
            </a:r>
          </a:p>
        </p:txBody>
      </p:sp>
    </p:spTree>
    <p:extLst>
      <p:ext uri="{BB962C8B-B14F-4D97-AF65-F5344CB8AC3E}">
        <p14:creationId xmlns:p14="http://schemas.microsoft.com/office/powerpoint/2010/main" val="1780684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B78D62-51A5-3C6D-725F-508274784E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89120ABD-0BE9-5425-25FC-9906611C1117}"/>
              </a:ext>
            </a:extLst>
          </p:cNvPr>
          <p:cNvSpPr txBox="1">
            <a:spLocks/>
          </p:cNvSpPr>
          <p:nvPr/>
        </p:nvSpPr>
        <p:spPr>
          <a:xfrm>
            <a:off x="1044472" y="49978"/>
            <a:ext cx="7127928" cy="964409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matte">
              <a:bevelT w="12700" h="127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lang="zh-CN" altLang="en-US" sz="4400" b="0" kern="1200" spc="50">
                <a:ln w="12700">
                  <a:noFill/>
                  <a:prstDash val="solid"/>
                </a:ln>
                <a:solidFill>
                  <a:schemeClr val="accent4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latinLnBrk="0" hangingPunct="1">
              <a:defRPr kumimoji="0">
                <a:solidFill>
                  <a:schemeClr val="tx2"/>
                </a:solidFill>
              </a:defRPr>
            </a:lvl2pPr>
            <a:lvl3pPr eaLnBrk="1" latinLnBrk="0" hangingPunct="1">
              <a:defRPr kumimoji="0">
                <a:solidFill>
                  <a:schemeClr val="tx2"/>
                </a:solidFill>
              </a:defRPr>
            </a:lvl3pPr>
            <a:lvl4pPr eaLnBrk="1" latinLnBrk="0" hangingPunct="1">
              <a:defRPr kumimoji="0">
                <a:solidFill>
                  <a:schemeClr val="tx2"/>
                </a:solidFill>
              </a:defRPr>
            </a:lvl4pPr>
            <a:lvl5pPr eaLnBrk="1" latinLnBrk="0" hangingPunct="1">
              <a:defRPr kumimoji="0">
                <a:solidFill>
                  <a:schemeClr val="tx2"/>
                </a:solidFill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W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 sz="3600" kern="1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王</a:t>
            </a:r>
            <a:r>
              <a:rPr lang="zh-CN" altLang="zh-CN" sz="3600" kern="1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网</a:t>
            </a:r>
            <a:r>
              <a:rPr lang="zh-CN" altLang="zh-CN" sz="36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瓦韦</a:t>
            </a:r>
            <a:r>
              <a:rPr lang="zh-CN" altLang="zh-CN" sz="3600" kern="100" dirty="0">
                <a:solidFill>
                  <a:srgbClr val="EE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隹</a:t>
            </a:r>
            <a:r>
              <a:rPr lang="zh-CN" altLang="zh-CN" sz="36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文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734EB18-8482-2876-CBFF-5C8DDE70065D}"/>
              </a:ext>
            </a:extLst>
          </p:cNvPr>
          <p:cNvSpPr txBox="1"/>
          <p:nvPr/>
        </p:nvSpPr>
        <p:spPr>
          <a:xfrm>
            <a:off x="1259632" y="3789040"/>
            <a:ext cx="1104790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wx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5AFD1BC-1443-66C6-8AEC-BF8F7E1CEB39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9426955-7645-1A11-B3A5-B9F2650C73CD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0442956-F1D9-5F1D-6DA3-C19803A3E3ED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AA3E82B-59EA-EB5B-C60F-4888EFF6AA8F}"/>
              </a:ext>
            </a:extLst>
          </p:cNvPr>
          <p:cNvSpPr txBox="1"/>
          <p:nvPr/>
        </p:nvSpPr>
        <p:spPr>
          <a:xfrm>
            <a:off x="3864323" y="342900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1BD69F0-36F5-EF84-339D-27DFBEC75588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3EA5332C-C8F6-05D2-1916-9DA351F4CD7F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1BBF958F-E03A-D919-4A0A-AE21BEB94CEB}"/>
              </a:ext>
            </a:extLst>
          </p:cNvPr>
          <p:cNvSpPr txBox="1"/>
          <p:nvPr/>
        </p:nvSpPr>
        <p:spPr>
          <a:xfrm>
            <a:off x="3856241" y="2124894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网罒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B7E14F9-44A5-9DE2-ACC7-3C5E0BDB89BD}"/>
              </a:ext>
            </a:extLst>
          </p:cNvPr>
          <p:cNvSpPr txBox="1"/>
          <p:nvPr/>
        </p:nvSpPr>
        <p:spPr>
          <a:xfrm>
            <a:off x="3856241" y="1739329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D1600F9-50B1-395D-D790-4BF1F14112A0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68F9A2F-B03D-5FBB-4632-C07B7C26A3D8}"/>
              </a:ext>
            </a:extLst>
          </p:cNvPr>
          <p:cNvSpPr txBox="1"/>
          <p:nvPr/>
        </p:nvSpPr>
        <p:spPr>
          <a:xfrm>
            <a:off x="6100594" y="1801729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羁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ji1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w</a:t>
            </a:r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g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260B69B-AA26-9F6C-F881-BA20839DCE1C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网</a:t>
            </a:r>
          </a:p>
        </p:txBody>
      </p:sp>
    </p:spTree>
    <p:extLst>
      <p:ext uri="{BB962C8B-B14F-4D97-AF65-F5344CB8AC3E}">
        <p14:creationId xmlns:p14="http://schemas.microsoft.com/office/powerpoint/2010/main" val="22696249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BFB57E-6DB5-1A86-BCC7-9023B2C3FA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F8E7FEFE-6AE0-0605-4114-97D44F42CB21}"/>
              </a:ext>
            </a:extLst>
          </p:cNvPr>
          <p:cNvSpPr txBox="1">
            <a:spLocks/>
          </p:cNvSpPr>
          <p:nvPr/>
        </p:nvSpPr>
        <p:spPr>
          <a:xfrm>
            <a:off x="1044472" y="49978"/>
            <a:ext cx="7127928" cy="964409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matte">
              <a:bevelT w="12700" h="127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lang="zh-CN" altLang="en-US" sz="4400" b="0" kern="1200" spc="50">
                <a:ln w="12700">
                  <a:noFill/>
                  <a:prstDash val="solid"/>
                </a:ln>
                <a:solidFill>
                  <a:schemeClr val="accent4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latinLnBrk="0" hangingPunct="1">
              <a:defRPr kumimoji="0">
                <a:solidFill>
                  <a:schemeClr val="tx2"/>
                </a:solidFill>
              </a:defRPr>
            </a:lvl2pPr>
            <a:lvl3pPr eaLnBrk="1" latinLnBrk="0" hangingPunct="1">
              <a:defRPr kumimoji="0">
                <a:solidFill>
                  <a:schemeClr val="tx2"/>
                </a:solidFill>
              </a:defRPr>
            </a:lvl3pPr>
            <a:lvl4pPr eaLnBrk="1" latinLnBrk="0" hangingPunct="1">
              <a:defRPr kumimoji="0">
                <a:solidFill>
                  <a:schemeClr val="tx2"/>
                </a:solidFill>
              </a:defRPr>
            </a:lvl4pPr>
            <a:lvl5pPr eaLnBrk="1" latinLnBrk="0" hangingPunct="1">
              <a:defRPr kumimoji="0">
                <a:solidFill>
                  <a:schemeClr val="tx2"/>
                </a:solidFill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W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 sz="3600" kern="1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王网</a:t>
            </a:r>
            <a:r>
              <a:rPr lang="zh-CN" altLang="zh-CN" sz="3600" kern="1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瓦</a:t>
            </a:r>
            <a:r>
              <a:rPr lang="zh-CN" altLang="zh-CN" sz="36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韦</a:t>
            </a:r>
            <a:r>
              <a:rPr lang="zh-CN" altLang="zh-CN" sz="3600" kern="100" dirty="0">
                <a:solidFill>
                  <a:srgbClr val="EE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隹</a:t>
            </a:r>
            <a:r>
              <a:rPr lang="zh-CN" altLang="zh-CN" sz="36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文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55C64A6-0E66-235E-C69B-9533EF0EC723}"/>
              </a:ext>
            </a:extLst>
          </p:cNvPr>
          <p:cNvSpPr txBox="1"/>
          <p:nvPr/>
        </p:nvSpPr>
        <p:spPr>
          <a:xfrm>
            <a:off x="1259632" y="3789040"/>
            <a:ext cx="1098378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wa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23E0A97-DC9E-15A1-62EC-36DAFEE95FEB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C88F785-6780-A4DF-A747-B05F3D370EA6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15A6E68-B31C-15DB-0D66-735027B18F92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2CA3281-11F9-5AEE-02F2-4B1246A1FE08}"/>
              </a:ext>
            </a:extLst>
          </p:cNvPr>
          <p:cNvSpPr txBox="1"/>
          <p:nvPr/>
        </p:nvSpPr>
        <p:spPr>
          <a:xfrm>
            <a:off x="3864323" y="342900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80E9728-4547-EB89-280C-0357931DDE81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1D9E11FA-2833-1E6B-3EE3-9783D52470E5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A3738E1B-45BF-901F-0E5C-FD03DA27AB92}"/>
              </a:ext>
            </a:extLst>
          </p:cNvPr>
          <p:cNvSpPr txBox="1"/>
          <p:nvPr/>
        </p:nvSpPr>
        <p:spPr>
          <a:xfrm>
            <a:off x="3856241" y="2124894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瓦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0ACB489-7D21-A95A-086B-84EF24CB3A5D}"/>
              </a:ext>
            </a:extLst>
          </p:cNvPr>
          <p:cNvSpPr txBox="1"/>
          <p:nvPr/>
        </p:nvSpPr>
        <p:spPr>
          <a:xfrm>
            <a:off x="3856241" y="1739329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64C3C5A-AEA6-562B-BDD2-EEC547A9A6BE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32C94E1-F9EB-0883-9E30-7BFDDB92FBA1}"/>
              </a:ext>
            </a:extLst>
          </p:cNvPr>
          <p:cNvSpPr txBox="1"/>
          <p:nvPr/>
        </p:nvSpPr>
        <p:spPr>
          <a:xfrm>
            <a:off x="6100594" y="1801729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瓷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ci2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w</a:t>
            </a:r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b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745D0CF-FC07-9201-E3C8-DCD454A52B4B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瓦</a:t>
            </a:r>
          </a:p>
        </p:txBody>
      </p:sp>
    </p:spTree>
    <p:extLst>
      <p:ext uri="{BB962C8B-B14F-4D97-AF65-F5344CB8AC3E}">
        <p14:creationId xmlns:p14="http://schemas.microsoft.com/office/powerpoint/2010/main" val="3775499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BACA21-77E6-47E0-0FE3-5C36B70C06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9B23D690-05DF-28B2-24EC-13FF826DBEDD}"/>
              </a:ext>
            </a:extLst>
          </p:cNvPr>
          <p:cNvSpPr txBox="1">
            <a:spLocks/>
          </p:cNvSpPr>
          <p:nvPr/>
        </p:nvSpPr>
        <p:spPr>
          <a:xfrm>
            <a:off x="1044472" y="49978"/>
            <a:ext cx="7127928" cy="964409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matte">
              <a:bevelT w="12700" h="127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lang="zh-CN" altLang="en-US" sz="4400" b="0" kern="1200" spc="50">
                <a:ln w="12700">
                  <a:noFill/>
                  <a:prstDash val="solid"/>
                </a:ln>
                <a:solidFill>
                  <a:schemeClr val="accent4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latinLnBrk="0" hangingPunct="1">
              <a:defRPr kumimoji="0">
                <a:solidFill>
                  <a:schemeClr val="tx2"/>
                </a:solidFill>
              </a:defRPr>
            </a:lvl2pPr>
            <a:lvl3pPr eaLnBrk="1" latinLnBrk="0" hangingPunct="1">
              <a:defRPr kumimoji="0">
                <a:solidFill>
                  <a:schemeClr val="tx2"/>
                </a:solidFill>
              </a:defRPr>
            </a:lvl3pPr>
            <a:lvl4pPr eaLnBrk="1" latinLnBrk="0" hangingPunct="1">
              <a:defRPr kumimoji="0">
                <a:solidFill>
                  <a:schemeClr val="tx2"/>
                </a:solidFill>
              </a:defRPr>
            </a:lvl4pPr>
            <a:lvl5pPr eaLnBrk="1" latinLnBrk="0" hangingPunct="1">
              <a:defRPr kumimoji="0">
                <a:solidFill>
                  <a:schemeClr val="tx2"/>
                </a:solidFill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W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 sz="3600" kern="1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王网瓦</a:t>
            </a:r>
            <a:r>
              <a:rPr lang="zh-CN" altLang="zh-CN" sz="3600" kern="1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韦</a:t>
            </a:r>
            <a:r>
              <a:rPr lang="zh-CN" altLang="zh-CN" sz="3600" kern="100" dirty="0">
                <a:solidFill>
                  <a:srgbClr val="EE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隹</a:t>
            </a:r>
            <a:r>
              <a:rPr lang="zh-CN" altLang="zh-CN" sz="36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文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69E13EA-599C-8850-DD64-D02CE5657B87}"/>
              </a:ext>
            </a:extLst>
          </p:cNvPr>
          <p:cNvSpPr txBox="1"/>
          <p:nvPr/>
        </p:nvSpPr>
        <p:spPr>
          <a:xfrm>
            <a:off x="1259632" y="3789040"/>
            <a:ext cx="1064715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wz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1641FB1-76AC-1FBB-A8B4-E8ED197D5E90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E42DD88-ADEF-D68E-2F73-EAA77F014ADB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68C2C10-76FC-DF0A-571D-C868259841A1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8D81BEB-77B6-98B4-D939-D7E7198A7E47}"/>
              </a:ext>
            </a:extLst>
          </p:cNvPr>
          <p:cNvSpPr txBox="1"/>
          <p:nvPr/>
        </p:nvSpPr>
        <p:spPr>
          <a:xfrm>
            <a:off x="3864323" y="342900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F8BF4E7-455C-A4DC-A84F-F69466539051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8F4B32FA-176F-336C-42CF-0AAF4B158505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5164980C-C38D-A0CB-4937-FBE82AAC86BB}"/>
              </a:ext>
            </a:extLst>
          </p:cNvPr>
          <p:cNvSpPr txBox="1"/>
          <p:nvPr/>
        </p:nvSpPr>
        <p:spPr>
          <a:xfrm>
            <a:off x="3856241" y="2124894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韦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931F277-4816-2DC7-2755-A168F564FDD9}"/>
              </a:ext>
            </a:extLst>
          </p:cNvPr>
          <p:cNvSpPr txBox="1"/>
          <p:nvPr/>
        </p:nvSpPr>
        <p:spPr>
          <a:xfrm>
            <a:off x="3856241" y="1739329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B6441F9-B07B-CEAE-E498-FFF71AC5E124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247A24E-B2D0-DEAB-9A35-CB2AF76BA002}"/>
              </a:ext>
            </a:extLst>
          </p:cNvPr>
          <p:cNvSpPr txBox="1"/>
          <p:nvPr/>
        </p:nvSpPr>
        <p:spPr>
          <a:xfrm>
            <a:off x="6100594" y="1801729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韧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rf4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w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00C1520-8C3C-B449-09CC-40F4C3C70806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韦</a:t>
            </a:r>
          </a:p>
        </p:txBody>
      </p:sp>
    </p:spTree>
    <p:extLst>
      <p:ext uri="{BB962C8B-B14F-4D97-AF65-F5344CB8AC3E}">
        <p14:creationId xmlns:p14="http://schemas.microsoft.com/office/powerpoint/2010/main" val="25402963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D8A05F-16E3-B5FB-62A7-775BF3C4D3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9035A9E1-D245-B7F1-C669-FE431C371181}"/>
              </a:ext>
            </a:extLst>
          </p:cNvPr>
          <p:cNvSpPr txBox="1">
            <a:spLocks/>
          </p:cNvSpPr>
          <p:nvPr/>
        </p:nvSpPr>
        <p:spPr>
          <a:xfrm>
            <a:off x="1044472" y="49978"/>
            <a:ext cx="7127928" cy="964409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matte">
              <a:bevelT w="12700" h="127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lang="zh-CN" altLang="en-US" sz="4400" b="0" kern="1200" spc="50">
                <a:ln w="12700">
                  <a:noFill/>
                  <a:prstDash val="solid"/>
                </a:ln>
                <a:solidFill>
                  <a:schemeClr val="accent4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latinLnBrk="0" hangingPunct="1">
              <a:defRPr kumimoji="0">
                <a:solidFill>
                  <a:schemeClr val="tx2"/>
                </a:solidFill>
              </a:defRPr>
            </a:lvl2pPr>
            <a:lvl3pPr eaLnBrk="1" latinLnBrk="0" hangingPunct="1">
              <a:defRPr kumimoji="0">
                <a:solidFill>
                  <a:schemeClr val="tx2"/>
                </a:solidFill>
              </a:defRPr>
            </a:lvl3pPr>
            <a:lvl4pPr eaLnBrk="1" latinLnBrk="0" hangingPunct="1">
              <a:defRPr kumimoji="0">
                <a:solidFill>
                  <a:schemeClr val="tx2"/>
                </a:solidFill>
              </a:defRPr>
            </a:lvl4pPr>
            <a:lvl5pPr eaLnBrk="1" latinLnBrk="0" hangingPunct="1">
              <a:defRPr kumimoji="0">
                <a:solidFill>
                  <a:schemeClr val="tx2"/>
                </a:solidFill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W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 sz="3600" kern="1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王网瓦韦</a:t>
            </a:r>
            <a:r>
              <a:rPr lang="zh-CN" altLang="zh-CN" sz="3600" kern="1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隹</a:t>
            </a:r>
            <a:r>
              <a:rPr lang="zh-CN" altLang="zh-CN" sz="36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文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613CA3A-B47B-A571-71FB-922B948304DB}"/>
              </a:ext>
            </a:extLst>
          </p:cNvPr>
          <p:cNvSpPr txBox="1"/>
          <p:nvPr/>
        </p:nvSpPr>
        <p:spPr>
          <a:xfrm>
            <a:off x="1259632" y="3789040"/>
            <a:ext cx="1127232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wv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50B493A-E6C2-2651-6E1F-4C71F6446A1C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D97B598-CAE5-6558-491E-511719E71855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5269379-E95B-054C-16FC-2810DACB22BC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1025F70-A93B-04FF-7E96-BBC1B7EC08F4}"/>
              </a:ext>
            </a:extLst>
          </p:cNvPr>
          <p:cNvSpPr txBox="1"/>
          <p:nvPr/>
        </p:nvSpPr>
        <p:spPr>
          <a:xfrm>
            <a:off x="3864323" y="342900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42D6BD3-8B62-C68D-A6BC-2AD0959ED506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7B203F7F-6836-0754-926B-C41152D0E46D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04846749-2782-6C74-2B5F-77CD71F5DF13}"/>
              </a:ext>
            </a:extLst>
          </p:cNvPr>
          <p:cNvSpPr txBox="1"/>
          <p:nvPr/>
        </p:nvSpPr>
        <p:spPr>
          <a:xfrm>
            <a:off x="3856241" y="2124894"/>
            <a:ext cx="133882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 err="1">
                <a:latin typeface="+mn-ea"/>
              </a:rPr>
              <a:t>vv</a:t>
            </a:r>
            <a:r>
              <a:rPr lang="zh-CN" altLang="en-US" sz="2000" dirty="0">
                <a:latin typeface="+mn-ea"/>
              </a:rPr>
              <a:t>→</a:t>
            </a:r>
            <a:r>
              <a:rPr lang="en-US" altLang="zh-CN" sz="2000" dirty="0">
                <a:latin typeface="+mn-ea"/>
              </a:rPr>
              <a:t>w</a:t>
            </a:r>
          </a:p>
          <a:p>
            <a:r>
              <a:rPr lang="zh-CN" altLang="en-US" sz="2000" dirty="0">
                <a:latin typeface="+mn-ea"/>
              </a:rPr>
              <a:t>唯维惟→</a:t>
            </a:r>
            <a:r>
              <a:rPr lang="en-US" altLang="zh-CN" sz="2000" dirty="0">
                <a:latin typeface="+mn-ea"/>
              </a:rPr>
              <a:t>w</a:t>
            </a:r>
          </a:p>
          <a:p>
            <a:r>
              <a:rPr lang="en-US" altLang="zh-CN" sz="2000" dirty="0">
                <a:latin typeface="+mn-ea"/>
              </a:rPr>
              <a:t>zhui1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3828074-1CDE-36C3-BF4D-A1C9713E01BF}"/>
              </a:ext>
            </a:extLst>
          </p:cNvPr>
          <p:cNvSpPr txBox="1"/>
          <p:nvPr/>
        </p:nvSpPr>
        <p:spPr>
          <a:xfrm>
            <a:off x="3856241" y="1739329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800000"/>
                </a:highlight>
                <a:latin typeface="得意黑" pitchFamily="2" charset="-122"/>
                <a:ea typeface="得意黑" pitchFamily="2" charset="-122"/>
              </a:rPr>
              <a:t>别码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7BC4217-4CF1-AF66-6389-ABFB4C94DEE9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77A04EA-EAA2-B32A-E24A-99B115BC7D0E}"/>
              </a:ext>
            </a:extLst>
          </p:cNvPr>
          <p:cNvSpPr txBox="1"/>
          <p:nvPr/>
        </p:nvSpPr>
        <p:spPr>
          <a:xfrm>
            <a:off x="6100594" y="1801729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雄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xs2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w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DEBFC95-3008-7FEA-3B1A-D4D2CC07BD02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隹</a:t>
            </a:r>
          </a:p>
        </p:txBody>
      </p:sp>
    </p:spTree>
    <p:extLst>
      <p:ext uri="{BB962C8B-B14F-4D97-AF65-F5344CB8AC3E}">
        <p14:creationId xmlns:p14="http://schemas.microsoft.com/office/powerpoint/2010/main" val="15973473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156FB8-1F1A-8F5E-9A8C-D01893436A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56640784-3DAE-AC78-0E12-A63971EC740B}"/>
              </a:ext>
            </a:extLst>
          </p:cNvPr>
          <p:cNvSpPr txBox="1">
            <a:spLocks/>
          </p:cNvSpPr>
          <p:nvPr/>
        </p:nvSpPr>
        <p:spPr>
          <a:xfrm>
            <a:off x="1044472" y="49978"/>
            <a:ext cx="7127928" cy="964409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matte">
              <a:bevelT w="12700" h="127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lang="zh-CN" altLang="en-US" sz="4400" b="0" kern="1200" spc="50">
                <a:ln w="12700">
                  <a:noFill/>
                  <a:prstDash val="solid"/>
                </a:ln>
                <a:solidFill>
                  <a:schemeClr val="accent4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latinLnBrk="0" hangingPunct="1">
              <a:defRPr kumimoji="0">
                <a:solidFill>
                  <a:schemeClr val="tx2"/>
                </a:solidFill>
              </a:defRPr>
            </a:lvl2pPr>
            <a:lvl3pPr eaLnBrk="1" latinLnBrk="0" hangingPunct="1">
              <a:defRPr kumimoji="0">
                <a:solidFill>
                  <a:schemeClr val="tx2"/>
                </a:solidFill>
              </a:defRPr>
            </a:lvl3pPr>
            <a:lvl4pPr eaLnBrk="1" latinLnBrk="0" hangingPunct="1">
              <a:defRPr kumimoji="0">
                <a:solidFill>
                  <a:schemeClr val="tx2"/>
                </a:solidFill>
              </a:defRPr>
            </a:lvl4pPr>
            <a:lvl5pPr eaLnBrk="1" latinLnBrk="0" hangingPunct="1">
              <a:defRPr kumimoji="0">
                <a:solidFill>
                  <a:schemeClr val="tx2"/>
                </a:solidFill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W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 sz="3600" kern="1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王网瓦韦</a:t>
            </a:r>
            <a:r>
              <a:rPr lang="zh-CN" altLang="zh-CN" sz="3600" kern="1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隹</a:t>
            </a:r>
            <a:r>
              <a:rPr lang="zh-CN" altLang="zh-CN" sz="3600" kern="1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文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5A7A661-80E8-4B46-F791-E21077F23840}"/>
              </a:ext>
            </a:extLst>
          </p:cNvPr>
          <p:cNvSpPr txBox="1"/>
          <p:nvPr/>
        </p:nvSpPr>
        <p:spPr>
          <a:xfrm>
            <a:off x="1259632" y="3789040"/>
            <a:ext cx="968535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wf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2AC773D-224B-278C-7C64-80287511332A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8E84CFE-613E-FA69-9C54-EE9F836ED804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415105B-F817-FF79-0A56-00C255C90A78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56938DA-D485-4C8E-8217-D5A89BB6F3DB}"/>
              </a:ext>
            </a:extLst>
          </p:cNvPr>
          <p:cNvSpPr txBox="1"/>
          <p:nvPr/>
        </p:nvSpPr>
        <p:spPr>
          <a:xfrm>
            <a:off x="3864323" y="342900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EF0597E-825B-3CC1-B4D4-5D9931CA3FE9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62DF5205-C08A-204E-CB42-FC83CB55599E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E7F1A987-F1C7-0DEC-242B-8E462013B3A7}"/>
              </a:ext>
            </a:extLst>
          </p:cNvPr>
          <p:cNvSpPr txBox="1"/>
          <p:nvPr/>
        </p:nvSpPr>
        <p:spPr>
          <a:xfrm>
            <a:off x="3856241" y="2124894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文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5A2847B-80A0-3C3F-2239-4444D595D109}"/>
              </a:ext>
            </a:extLst>
          </p:cNvPr>
          <p:cNvSpPr txBox="1"/>
          <p:nvPr/>
        </p:nvSpPr>
        <p:spPr>
          <a:xfrm>
            <a:off x="3856241" y="1739329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9EF0575-BD41-2656-73B7-39441FA32509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F40CA36-EFDE-AA53-4E99-26C4C41C31F4}"/>
              </a:ext>
            </a:extLst>
          </p:cNvPr>
          <p:cNvSpPr txBox="1"/>
          <p:nvPr/>
        </p:nvSpPr>
        <p:spPr>
          <a:xfrm>
            <a:off x="6100594" y="1801729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齐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qi2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w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A78DDBC-36BE-9C09-A717-9888F9EF703F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文</a:t>
            </a:r>
          </a:p>
        </p:txBody>
      </p:sp>
    </p:spTree>
    <p:extLst>
      <p:ext uri="{BB962C8B-B14F-4D97-AF65-F5344CB8AC3E}">
        <p14:creationId xmlns:p14="http://schemas.microsoft.com/office/powerpoint/2010/main" val="14392678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BDB007-D480-624C-6A20-16F3A4EC40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14E0F096-ECE1-56D3-DF83-528C5C5987E1}"/>
              </a:ext>
            </a:extLst>
          </p:cNvPr>
          <p:cNvSpPr txBox="1">
            <a:spLocks/>
          </p:cNvSpPr>
          <p:nvPr/>
        </p:nvSpPr>
        <p:spPr>
          <a:xfrm>
            <a:off x="1044472" y="49978"/>
            <a:ext cx="7127928" cy="964409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matte">
              <a:bevelT w="12700" h="127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lang="zh-CN" altLang="en-US" sz="4400" b="0" kern="1200" spc="50">
                <a:ln w="12700">
                  <a:noFill/>
                  <a:prstDash val="solid"/>
                </a:ln>
                <a:solidFill>
                  <a:schemeClr val="accent4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latinLnBrk="0" hangingPunct="1">
              <a:defRPr kumimoji="0">
                <a:solidFill>
                  <a:schemeClr val="tx2"/>
                </a:solidFill>
              </a:defRPr>
            </a:lvl2pPr>
            <a:lvl3pPr eaLnBrk="1" latinLnBrk="0" hangingPunct="1">
              <a:defRPr kumimoji="0">
                <a:solidFill>
                  <a:schemeClr val="tx2"/>
                </a:solidFill>
              </a:defRPr>
            </a:lvl3pPr>
            <a:lvl4pPr eaLnBrk="1" latinLnBrk="0" hangingPunct="1">
              <a:defRPr kumimoji="0">
                <a:solidFill>
                  <a:schemeClr val="tx2"/>
                </a:solidFill>
              </a:defRPr>
            </a:lvl4pPr>
            <a:lvl5pPr eaLnBrk="1" latinLnBrk="0" hangingPunct="1">
              <a:defRPr kumimoji="0">
                <a:solidFill>
                  <a:schemeClr val="tx2"/>
                </a:solidFill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X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 sz="3600" kern="1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穴</a:t>
            </a:r>
            <a:r>
              <a:rPr lang="zh-CN" altLang="zh-CN" sz="36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SimSun-ExtG" panose="02010609060101010101" pitchFamily="49" charset="-122"/>
              </a:rPr>
              <a:t>𰃮</a:t>
            </a:r>
            <a:r>
              <a:rPr lang="zh-CN" altLang="zh-CN" sz="36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心西小</a:t>
            </a:r>
            <a:r>
              <a:rPr lang="zh-CN" altLang="zh-CN" sz="3600" kern="100" dirty="0">
                <a:solidFill>
                  <a:srgbClr val="EE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巛</a:t>
            </a:r>
            <a:r>
              <a:rPr lang="zh-CN" altLang="zh-CN" sz="36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血辛</a:t>
            </a:r>
            <a:r>
              <a:rPr lang="zh-CN" altLang="en-US" sz="36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习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7201430-BB48-08DB-710B-1F43DA70B656}"/>
              </a:ext>
            </a:extLst>
          </p:cNvPr>
          <p:cNvSpPr txBox="1"/>
          <p:nvPr/>
        </p:nvSpPr>
        <p:spPr>
          <a:xfrm>
            <a:off x="1259632" y="3789040"/>
            <a:ext cx="764953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xt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C7A10F6-6A0E-49FE-EF9F-F4D08FBAF8B7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A1FD489-7219-E0A4-D1EA-4C8B3075196F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E3D6523-89C6-4DF3-B3C3-863C6E085432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33D9F19-576A-132F-4F41-FB7DE0F6E6D4}"/>
              </a:ext>
            </a:extLst>
          </p:cNvPr>
          <p:cNvSpPr txBox="1"/>
          <p:nvPr/>
        </p:nvSpPr>
        <p:spPr>
          <a:xfrm>
            <a:off x="3864323" y="342900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1407CD-8BCE-6F61-B98D-F430F205D0C1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78A000C0-9A25-82C4-93AD-5DE93AA67B34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37FBDC85-6A4E-6745-A6AC-AF45D639BA00}"/>
              </a:ext>
            </a:extLst>
          </p:cNvPr>
          <p:cNvSpPr txBox="1"/>
          <p:nvPr/>
        </p:nvSpPr>
        <p:spPr>
          <a:xfrm>
            <a:off x="3856241" y="2124894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穴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FFEB935-8D37-312A-9299-CADA21F30C64}"/>
              </a:ext>
            </a:extLst>
          </p:cNvPr>
          <p:cNvSpPr txBox="1"/>
          <p:nvPr/>
        </p:nvSpPr>
        <p:spPr>
          <a:xfrm>
            <a:off x="3856241" y="1739329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1C39F3E-18DA-DFF2-C629-DD6433D18C7F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8029E96-2C1E-4355-667C-29D37DE53D0C}"/>
              </a:ext>
            </a:extLst>
          </p:cNvPr>
          <p:cNvSpPr txBox="1"/>
          <p:nvPr/>
        </p:nvSpPr>
        <p:spPr>
          <a:xfrm>
            <a:off x="6100594" y="1801729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窟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ku1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x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5B456AF-E2F5-1586-68C5-AD7CBE12B862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穴</a:t>
            </a:r>
          </a:p>
        </p:txBody>
      </p:sp>
    </p:spTree>
    <p:extLst>
      <p:ext uri="{BB962C8B-B14F-4D97-AF65-F5344CB8AC3E}">
        <p14:creationId xmlns:p14="http://schemas.microsoft.com/office/powerpoint/2010/main" val="41355916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334C14-9F37-2EC7-5045-4DAB13F7FE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6C43E2A9-419A-03CB-54B2-2ADB357CF141}"/>
              </a:ext>
            </a:extLst>
          </p:cNvPr>
          <p:cNvSpPr txBox="1">
            <a:spLocks/>
          </p:cNvSpPr>
          <p:nvPr/>
        </p:nvSpPr>
        <p:spPr>
          <a:xfrm>
            <a:off x="1044472" y="49978"/>
            <a:ext cx="7127928" cy="964409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matte">
              <a:bevelT w="12700" h="127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lang="zh-CN" altLang="en-US" sz="4400" b="0" kern="1200" spc="50">
                <a:ln w="12700">
                  <a:noFill/>
                  <a:prstDash val="solid"/>
                </a:ln>
                <a:solidFill>
                  <a:schemeClr val="accent4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latinLnBrk="0" hangingPunct="1">
              <a:defRPr kumimoji="0">
                <a:solidFill>
                  <a:schemeClr val="tx2"/>
                </a:solidFill>
              </a:defRPr>
            </a:lvl2pPr>
            <a:lvl3pPr eaLnBrk="1" latinLnBrk="0" hangingPunct="1">
              <a:defRPr kumimoji="0">
                <a:solidFill>
                  <a:schemeClr val="tx2"/>
                </a:solidFill>
              </a:defRPr>
            </a:lvl3pPr>
            <a:lvl4pPr eaLnBrk="1" latinLnBrk="0" hangingPunct="1">
              <a:defRPr kumimoji="0">
                <a:solidFill>
                  <a:schemeClr val="tx2"/>
                </a:solidFill>
              </a:defRPr>
            </a:lvl4pPr>
            <a:lvl5pPr eaLnBrk="1" latinLnBrk="0" hangingPunct="1">
              <a:defRPr kumimoji="0">
                <a:solidFill>
                  <a:schemeClr val="tx2"/>
                </a:solidFill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X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 sz="3600" kern="1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穴</a:t>
            </a:r>
            <a:r>
              <a:rPr lang="zh-CN" altLang="zh-CN" sz="3600" kern="1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SimSun-ExtG" panose="02010609060101010101" pitchFamily="49" charset="-122"/>
              </a:rPr>
              <a:t>𰃮</a:t>
            </a:r>
            <a:r>
              <a:rPr lang="zh-CN" altLang="zh-CN" sz="36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心西小</a:t>
            </a:r>
            <a:r>
              <a:rPr lang="zh-CN" altLang="zh-CN" sz="3600" kern="100" dirty="0">
                <a:solidFill>
                  <a:srgbClr val="EE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巛</a:t>
            </a:r>
            <a:r>
              <a:rPr lang="zh-CN" altLang="zh-CN" sz="36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血辛</a:t>
            </a:r>
            <a:r>
              <a:rPr lang="zh-CN" altLang="en-US" sz="36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习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BB8F3D1-753E-13AC-4098-69ADEE15D5F1}"/>
              </a:ext>
            </a:extLst>
          </p:cNvPr>
          <p:cNvSpPr txBox="1"/>
          <p:nvPr/>
        </p:nvSpPr>
        <p:spPr>
          <a:xfrm>
            <a:off x="1259632" y="3789040"/>
            <a:ext cx="936475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xd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FDBE7FB-B95A-42C3-112F-99887171EA37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7A81ABB-F01C-3EF0-51D2-1DA6DE885728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803F135-4837-D5A4-D13F-BBF677FC480A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CA1FA58-FBE5-EEAE-8AB2-A524D6656C30}"/>
              </a:ext>
            </a:extLst>
          </p:cNvPr>
          <p:cNvSpPr txBox="1"/>
          <p:nvPr/>
        </p:nvSpPr>
        <p:spPr>
          <a:xfrm>
            <a:off x="3864323" y="342900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630BA6F-DFF6-99C6-39FB-28B7FDF5263D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A613AF9C-168E-1DFE-A0B3-CA65BE6C5379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B7FA73B7-E5FF-7DE4-A5AF-63081F5B8693}"/>
              </a:ext>
            </a:extLst>
          </p:cNvPr>
          <p:cNvSpPr txBox="1"/>
          <p:nvPr/>
        </p:nvSpPr>
        <p:spPr>
          <a:xfrm>
            <a:off x="3856241" y="2124894"/>
            <a:ext cx="1338828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学字头</a:t>
            </a:r>
            <a:endParaRPr lang="en-US" altLang="zh-CN" sz="2000" dirty="0">
              <a:latin typeface="+mn-ea"/>
            </a:endParaRPr>
          </a:p>
          <a:p>
            <a:r>
              <a:rPr lang="zh-CN" altLang="en-US" dirty="0"/>
              <a:t>“𭕄”亦可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83F06E8-67D7-8916-E4E8-9C04AB8B031E}"/>
              </a:ext>
            </a:extLst>
          </p:cNvPr>
          <p:cNvSpPr txBox="1"/>
          <p:nvPr/>
        </p:nvSpPr>
        <p:spPr>
          <a:xfrm>
            <a:off x="3856241" y="1739329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2A1E9BA-A8FB-682F-EB11-5B10B8FA9707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301A9E0-8EB9-997B-9B14-651A08A97E24}"/>
              </a:ext>
            </a:extLst>
          </p:cNvPr>
          <p:cNvSpPr txBox="1"/>
          <p:nvPr/>
        </p:nvSpPr>
        <p:spPr>
          <a:xfrm>
            <a:off x="6100594" y="1801729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举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ju3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x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5E4C30D-2180-FE29-148B-AAD0E78064CC}"/>
              </a:ext>
            </a:extLst>
          </p:cNvPr>
          <p:cNvSpPr txBox="1"/>
          <p:nvPr/>
        </p:nvSpPr>
        <p:spPr>
          <a:xfrm>
            <a:off x="865401" y="1553680"/>
            <a:ext cx="1659429" cy="1862048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15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𰃮</a:t>
            </a:r>
          </a:p>
        </p:txBody>
      </p:sp>
    </p:spTree>
    <p:extLst>
      <p:ext uri="{BB962C8B-B14F-4D97-AF65-F5344CB8AC3E}">
        <p14:creationId xmlns:p14="http://schemas.microsoft.com/office/powerpoint/2010/main" val="22668822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D7ABE7-9C3F-A8A3-F5D1-A18DCFFA2B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EAADDAAF-A128-BDA8-63BE-685A8470FDB1}"/>
              </a:ext>
            </a:extLst>
          </p:cNvPr>
          <p:cNvSpPr txBox="1">
            <a:spLocks/>
          </p:cNvSpPr>
          <p:nvPr/>
        </p:nvSpPr>
        <p:spPr>
          <a:xfrm>
            <a:off x="1044472" y="49978"/>
            <a:ext cx="7127928" cy="964409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matte">
              <a:bevelT w="12700" h="127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lang="zh-CN" altLang="en-US" sz="4400" b="0" kern="1200" spc="50">
                <a:ln w="12700">
                  <a:noFill/>
                  <a:prstDash val="solid"/>
                </a:ln>
                <a:solidFill>
                  <a:schemeClr val="accent4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latinLnBrk="0" hangingPunct="1">
              <a:defRPr kumimoji="0">
                <a:solidFill>
                  <a:schemeClr val="tx2"/>
                </a:solidFill>
              </a:defRPr>
            </a:lvl2pPr>
            <a:lvl3pPr eaLnBrk="1" latinLnBrk="0" hangingPunct="1">
              <a:defRPr kumimoji="0">
                <a:solidFill>
                  <a:schemeClr val="tx2"/>
                </a:solidFill>
              </a:defRPr>
            </a:lvl3pPr>
            <a:lvl4pPr eaLnBrk="1" latinLnBrk="0" hangingPunct="1">
              <a:defRPr kumimoji="0">
                <a:solidFill>
                  <a:schemeClr val="tx2"/>
                </a:solidFill>
              </a:defRPr>
            </a:lvl4pPr>
            <a:lvl5pPr eaLnBrk="1" latinLnBrk="0" hangingPunct="1">
              <a:defRPr kumimoji="0">
                <a:solidFill>
                  <a:schemeClr val="tx2"/>
                </a:solidFill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X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 sz="3600" kern="1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穴</a:t>
            </a:r>
            <a:r>
              <a:rPr lang="zh-CN" altLang="zh-CN" sz="36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SimSun-ExtG" panose="02010609060101010101" pitchFamily="49" charset="-122"/>
              </a:rPr>
              <a:t>𰃮</a:t>
            </a:r>
            <a:r>
              <a:rPr lang="zh-CN" altLang="zh-CN" sz="3600" kern="1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心</a:t>
            </a:r>
            <a:r>
              <a:rPr lang="zh-CN" altLang="zh-CN" sz="36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西小</a:t>
            </a:r>
            <a:r>
              <a:rPr lang="zh-CN" altLang="zh-CN" sz="3600" kern="100" dirty="0">
                <a:solidFill>
                  <a:srgbClr val="EE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巛</a:t>
            </a:r>
            <a:r>
              <a:rPr lang="zh-CN" altLang="zh-CN" sz="36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血辛</a:t>
            </a:r>
            <a:r>
              <a:rPr lang="zh-CN" altLang="en-US" sz="36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习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701BDFF-4E30-BDE7-61BF-DD98F01EE59B}"/>
              </a:ext>
            </a:extLst>
          </p:cNvPr>
          <p:cNvSpPr txBox="1"/>
          <p:nvPr/>
        </p:nvSpPr>
        <p:spPr>
          <a:xfrm>
            <a:off x="1259632" y="3789040"/>
            <a:ext cx="925253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xn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41419D8-D870-3FE9-B1B4-9590855017F8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080CE86-CA3F-EBE5-BCAB-607B3E0C00FC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FCDE276-4834-14A4-05CD-302A679E0FBD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4261CE2-986F-71CB-1B4E-88B7E2BC63A6}"/>
              </a:ext>
            </a:extLst>
          </p:cNvPr>
          <p:cNvSpPr txBox="1"/>
          <p:nvPr/>
        </p:nvSpPr>
        <p:spPr>
          <a:xfrm>
            <a:off x="3864323" y="342900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E5FAC2E-3274-41F3-8E0F-52408DBCCC76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5D16530C-7306-883D-8CEA-8D039B1BC813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B1C2CEAF-EA48-F378-9F05-35501BC4A840}"/>
              </a:ext>
            </a:extLst>
          </p:cNvPr>
          <p:cNvSpPr txBox="1"/>
          <p:nvPr/>
        </p:nvSpPr>
        <p:spPr>
          <a:xfrm>
            <a:off x="3856241" y="2124894"/>
            <a:ext cx="9284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心忄</a:t>
            </a:r>
            <a:r>
              <a:rPr lang="zh-CN" altLang="en-US" dirty="0"/>
              <a:t>㣺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9C444A3-5A4B-802A-F6F6-0159956E8835}"/>
              </a:ext>
            </a:extLst>
          </p:cNvPr>
          <p:cNvSpPr txBox="1"/>
          <p:nvPr/>
        </p:nvSpPr>
        <p:spPr>
          <a:xfrm>
            <a:off x="3856241" y="1739329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71E4F0F-6FFA-10DB-B4D1-DA5137DCEDB4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7693349-05C9-E6FE-0295-5A3F1FC7BD0B}"/>
              </a:ext>
            </a:extLst>
          </p:cNvPr>
          <p:cNvSpPr txBox="1"/>
          <p:nvPr/>
        </p:nvSpPr>
        <p:spPr>
          <a:xfrm>
            <a:off x="6100594" y="1801729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忆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yi4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x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F63D977-BBAF-2D40-E1F1-9A3456D87732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心</a:t>
            </a:r>
          </a:p>
        </p:txBody>
      </p:sp>
    </p:spTree>
    <p:extLst>
      <p:ext uri="{BB962C8B-B14F-4D97-AF65-F5344CB8AC3E}">
        <p14:creationId xmlns:p14="http://schemas.microsoft.com/office/powerpoint/2010/main" val="27810801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B730A8-9F80-4900-1E35-9B55B24764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8B371520-A8C5-CD98-0297-F5528AD56A85}"/>
              </a:ext>
            </a:extLst>
          </p:cNvPr>
          <p:cNvSpPr txBox="1">
            <a:spLocks/>
          </p:cNvSpPr>
          <p:nvPr/>
        </p:nvSpPr>
        <p:spPr>
          <a:xfrm>
            <a:off x="1044472" y="49978"/>
            <a:ext cx="7127928" cy="964409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matte">
              <a:bevelT w="12700" h="127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lang="zh-CN" altLang="en-US" sz="4400" b="0" kern="1200" spc="50">
                <a:ln w="12700">
                  <a:noFill/>
                  <a:prstDash val="solid"/>
                </a:ln>
                <a:solidFill>
                  <a:schemeClr val="accent4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latinLnBrk="0" hangingPunct="1">
              <a:defRPr kumimoji="0">
                <a:solidFill>
                  <a:schemeClr val="tx2"/>
                </a:solidFill>
              </a:defRPr>
            </a:lvl2pPr>
            <a:lvl3pPr eaLnBrk="1" latinLnBrk="0" hangingPunct="1">
              <a:defRPr kumimoji="0">
                <a:solidFill>
                  <a:schemeClr val="tx2"/>
                </a:solidFill>
              </a:defRPr>
            </a:lvl3pPr>
            <a:lvl4pPr eaLnBrk="1" latinLnBrk="0" hangingPunct="1">
              <a:defRPr kumimoji="0">
                <a:solidFill>
                  <a:schemeClr val="tx2"/>
                </a:solidFill>
              </a:defRPr>
            </a:lvl4pPr>
            <a:lvl5pPr eaLnBrk="1" latinLnBrk="0" hangingPunct="1">
              <a:defRPr kumimoji="0">
                <a:solidFill>
                  <a:schemeClr val="tx2"/>
                </a:solidFill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X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 sz="3600" kern="1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穴</a:t>
            </a:r>
            <a:r>
              <a:rPr lang="zh-CN" altLang="zh-CN" sz="36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SimSun-ExtG" panose="02010609060101010101" pitchFamily="49" charset="-122"/>
              </a:rPr>
              <a:t>𰃮</a:t>
            </a:r>
            <a:r>
              <a:rPr lang="zh-CN" altLang="zh-CN" sz="3600" kern="1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心</a:t>
            </a:r>
            <a:r>
              <a:rPr lang="zh-CN" altLang="zh-CN" sz="3600" kern="1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西</a:t>
            </a:r>
            <a:r>
              <a:rPr lang="zh-CN" altLang="zh-CN" sz="36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小</a:t>
            </a:r>
            <a:r>
              <a:rPr lang="zh-CN" altLang="zh-CN" sz="3600" kern="100" dirty="0">
                <a:solidFill>
                  <a:srgbClr val="EE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巛</a:t>
            </a:r>
            <a:r>
              <a:rPr lang="zh-CN" altLang="zh-CN" sz="36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血辛</a:t>
            </a:r>
            <a:r>
              <a:rPr lang="zh-CN" altLang="en-US" sz="36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习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DEC217F-5D15-7E70-991B-3C918CB50B08}"/>
              </a:ext>
            </a:extLst>
          </p:cNvPr>
          <p:cNvSpPr txBox="1"/>
          <p:nvPr/>
        </p:nvSpPr>
        <p:spPr>
          <a:xfrm>
            <a:off x="1259632" y="3789040"/>
            <a:ext cx="710451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xi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C55ABF4-7EB5-D55B-800A-EB35475B27B4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0F053AE-7E8F-1DBD-4FA0-4D6312725C71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1F8F601-8670-5E07-0F8F-0D58BB39CEB2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37F9BD0-05E3-AE5C-4BCC-8BA2A4EC300A}"/>
              </a:ext>
            </a:extLst>
          </p:cNvPr>
          <p:cNvSpPr txBox="1"/>
          <p:nvPr/>
        </p:nvSpPr>
        <p:spPr>
          <a:xfrm>
            <a:off x="3864323" y="342900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E30D06B-3CC6-6665-2A93-9BF9B31C7484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DF772B3D-87C2-E392-365F-0DB6D63DE973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6F044F10-3FF4-7CD6-21A9-1FFA266E4D21}"/>
              </a:ext>
            </a:extLst>
          </p:cNvPr>
          <p:cNvSpPr txBox="1"/>
          <p:nvPr/>
        </p:nvSpPr>
        <p:spPr>
          <a:xfrm>
            <a:off x="3856241" y="2124894"/>
            <a:ext cx="17235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包括“襾覀”</a:t>
            </a:r>
            <a:endParaRPr lang="en-US" altLang="zh-CN" sz="2000" dirty="0">
              <a:latin typeface="+mn-ea"/>
            </a:endParaRPr>
          </a:p>
          <a:p>
            <a:r>
              <a:rPr lang="zh-CN" altLang="en-US" sz="2000" dirty="0">
                <a:latin typeface="+mn-ea"/>
              </a:rPr>
              <a:t>有优先性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66D174C-5924-AB0A-EEDA-0784BAD35C7F}"/>
              </a:ext>
            </a:extLst>
          </p:cNvPr>
          <p:cNvSpPr txBox="1"/>
          <p:nvPr/>
        </p:nvSpPr>
        <p:spPr>
          <a:xfrm>
            <a:off x="3856241" y="1739329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DAFC11C-6C96-CA42-640D-9BE57752936A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23BA37F-74C0-DCDA-094D-B72A452D4051}"/>
              </a:ext>
            </a:extLst>
          </p:cNvPr>
          <p:cNvSpPr txBox="1"/>
          <p:nvPr/>
        </p:nvSpPr>
        <p:spPr>
          <a:xfrm>
            <a:off x="6100594" y="1801729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粟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su4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x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80AA785-9DD9-B3A2-1324-3584608156FB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西</a:t>
            </a:r>
          </a:p>
        </p:txBody>
      </p:sp>
    </p:spTree>
    <p:extLst>
      <p:ext uri="{BB962C8B-B14F-4D97-AF65-F5344CB8AC3E}">
        <p14:creationId xmlns:p14="http://schemas.microsoft.com/office/powerpoint/2010/main" val="28891715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8AE8D0-9D8A-E6A0-3AC5-D7EC8A9D6B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574C133B-4554-767E-C388-817A634D3A3B}"/>
              </a:ext>
            </a:extLst>
          </p:cNvPr>
          <p:cNvSpPr txBox="1">
            <a:spLocks/>
          </p:cNvSpPr>
          <p:nvPr/>
        </p:nvSpPr>
        <p:spPr>
          <a:xfrm>
            <a:off x="1044472" y="49978"/>
            <a:ext cx="7127928" cy="964409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matte">
              <a:bevelT w="12700" h="127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lang="zh-CN" altLang="en-US" sz="4400" b="0" kern="1200" spc="50">
                <a:ln w="12700">
                  <a:noFill/>
                  <a:prstDash val="solid"/>
                </a:ln>
                <a:solidFill>
                  <a:schemeClr val="accent4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latinLnBrk="0" hangingPunct="1">
              <a:defRPr kumimoji="0">
                <a:solidFill>
                  <a:schemeClr val="tx2"/>
                </a:solidFill>
              </a:defRPr>
            </a:lvl2pPr>
            <a:lvl3pPr eaLnBrk="1" latinLnBrk="0" hangingPunct="1">
              <a:defRPr kumimoji="0">
                <a:solidFill>
                  <a:schemeClr val="tx2"/>
                </a:solidFill>
              </a:defRPr>
            </a:lvl3pPr>
            <a:lvl4pPr eaLnBrk="1" latinLnBrk="0" hangingPunct="1">
              <a:defRPr kumimoji="0">
                <a:solidFill>
                  <a:schemeClr val="tx2"/>
                </a:solidFill>
              </a:defRPr>
            </a:lvl4pPr>
            <a:lvl5pPr eaLnBrk="1" latinLnBrk="0" hangingPunct="1">
              <a:defRPr kumimoji="0">
                <a:solidFill>
                  <a:schemeClr val="tx2"/>
                </a:solidFill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X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 sz="3600" kern="1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穴</a:t>
            </a:r>
            <a:r>
              <a:rPr lang="zh-CN" altLang="zh-CN" sz="36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SimSun-ExtG" panose="02010609060101010101" pitchFamily="49" charset="-122"/>
              </a:rPr>
              <a:t>𰃮</a:t>
            </a:r>
            <a:r>
              <a:rPr lang="zh-CN" altLang="zh-CN" sz="3600" kern="1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心西</a:t>
            </a:r>
            <a:r>
              <a:rPr lang="zh-CN" altLang="zh-CN" sz="3600" kern="1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小</a:t>
            </a:r>
            <a:r>
              <a:rPr lang="zh-CN" altLang="zh-CN" sz="3600" kern="100" dirty="0">
                <a:solidFill>
                  <a:srgbClr val="EE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巛</a:t>
            </a:r>
            <a:r>
              <a:rPr lang="zh-CN" altLang="zh-CN" sz="36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血辛</a:t>
            </a:r>
            <a:r>
              <a:rPr lang="zh-CN" altLang="en-US" sz="36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习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C87C1BD-EB82-DC94-D874-C45A9A5317D9}"/>
              </a:ext>
            </a:extLst>
          </p:cNvPr>
          <p:cNvSpPr txBox="1"/>
          <p:nvPr/>
        </p:nvSpPr>
        <p:spPr>
          <a:xfrm>
            <a:off x="1259632" y="3789040"/>
            <a:ext cx="829073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xc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638BF6D-1E3D-08FB-5F01-378F7C6F7B8B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5E04C05-EA18-CF94-B07C-21AB37E09789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BC6F6CC-95EB-9B83-039C-E0C00C16FDEC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2024D63-B517-747D-7806-94D7E64C3332}"/>
              </a:ext>
            </a:extLst>
          </p:cNvPr>
          <p:cNvSpPr txBox="1"/>
          <p:nvPr/>
        </p:nvSpPr>
        <p:spPr>
          <a:xfrm>
            <a:off x="3864323" y="342900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6FF445E-B7EA-EEB5-3EA8-430E9B39A2E3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009A17A3-550F-E0DB-D3D6-3058A3126B2F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CF892E07-DFA8-3CE9-2AE3-D493936DC9F1}"/>
              </a:ext>
            </a:extLst>
          </p:cNvPr>
          <p:cNvSpPr txBox="1"/>
          <p:nvPr/>
        </p:nvSpPr>
        <p:spPr>
          <a:xfrm>
            <a:off x="3856241" y="2124894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小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A298CC7-F2EF-089D-0214-80D6F29A8C89}"/>
              </a:ext>
            </a:extLst>
          </p:cNvPr>
          <p:cNvSpPr txBox="1"/>
          <p:nvPr/>
        </p:nvSpPr>
        <p:spPr>
          <a:xfrm>
            <a:off x="3856241" y="1739329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36D2012-6E73-9CD5-FF1F-86038D3AA26A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C024341-BDBF-A396-9B99-106DEC28BE1D}"/>
              </a:ext>
            </a:extLst>
          </p:cNvPr>
          <p:cNvSpPr txBox="1"/>
          <p:nvPr/>
        </p:nvSpPr>
        <p:spPr>
          <a:xfrm>
            <a:off x="6100594" y="1801729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尖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jm1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x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9DD4A3F-9E3F-7080-467D-F9B35B830863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小</a:t>
            </a:r>
          </a:p>
        </p:txBody>
      </p:sp>
    </p:spTree>
    <p:extLst>
      <p:ext uri="{BB962C8B-B14F-4D97-AF65-F5344CB8AC3E}">
        <p14:creationId xmlns:p14="http://schemas.microsoft.com/office/powerpoint/2010/main" val="36196412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293BCD-071D-A350-A43B-16FDE0F903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E7CA248E-2CBE-3E46-0518-3AA01264B0D6}"/>
              </a:ext>
            </a:extLst>
          </p:cNvPr>
          <p:cNvSpPr txBox="1">
            <a:spLocks/>
          </p:cNvSpPr>
          <p:nvPr/>
        </p:nvSpPr>
        <p:spPr>
          <a:xfrm>
            <a:off x="1044472" y="49978"/>
            <a:ext cx="7127928" cy="964409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matte">
              <a:bevelT w="12700" h="127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lang="zh-CN" altLang="en-US" sz="4400" b="0" kern="1200" spc="50">
                <a:ln w="12700">
                  <a:noFill/>
                  <a:prstDash val="solid"/>
                </a:ln>
                <a:solidFill>
                  <a:schemeClr val="accent4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latinLnBrk="0" hangingPunct="1">
              <a:defRPr kumimoji="0">
                <a:solidFill>
                  <a:schemeClr val="tx2"/>
                </a:solidFill>
              </a:defRPr>
            </a:lvl2pPr>
            <a:lvl3pPr eaLnBrk="1" latinLnBrk="0" hangingPunct="1">
              <a:defRPr kumimoji="0">
                <a:solidFill>
                  <a:schemeClr val="tx2"/>
                </a:solidFill>
              </a:defRPr>
            </a:lvl3pPr>
            <a:lvl4pPr eaLnBrk="1" latinLnBrk="0" hangingPunct="1">
              <a:defRPr kumimoji="0">
                <a:solidFill>
                  <a:schemeClr val="tx2"/>
                </a:solidFill>
              </a:defRPr>
            </a:lvl4pPr>
            <a:lvl5pPr eaLnBrk="1" latinLnBrk="0" hangingPunct="1">
              <a:defRPr kumimoji="0">
                <a:solidFill>
                  <a:schemeClr val="tx2"/>
                </a:solidFill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X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 sz="3600" kern="1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穴</a:t>
            </a:r>
            <a:r>
              <a:rPr lang="zh-CN" altLang="zh-CN" sz="36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SimSun-ExtG" panose="02010609060101010101" pitchFamily="49" charset="-122"/>
              </a:rPr>
              <a:t>𰃮</a:t>
            </a:r>
            <a:r>
              <a:rPr lang="zh-CN" altLang="zh-CN" sz="3600" kern="1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心西小</a:t>
            </a:r>
            <a:r>
              <a:rPr lang="zh-CN" altLang="zh-CN" sz="3600" kern="1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巛</a:t>
            </a:r>
            <a:r>
              <a:rPr lang="zh-CN" altLang="zh-CN" sz="36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血辛</a:t>
            </a:r>
            <a:r>
              <a:rPr lang="zh-CN" altLang="en-US" sz="36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习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CCC276B-ABB9-8837-D304-1B7FC1397572}"/>
              </a:ext>
            </a:extLst>
          </p:cNvPr>
          <p:cNvSpPr txBox="1"/>
          <p:nvPr/>
        </p:nvSpPr>
        <p:spPr>
          <a:xfrm>
            <a:off x="1259632" y="3789040"/>
            <a:ext cx="938077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xp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49EC220-A05B-1526-60ED-8D47A74C5026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ED8D936-7884-B26A-06B0-443D2FB4F81C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B04671C-291D-7C18-390C-C7A8B6483738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FA70F4E-132F-BE01-2EE7-5F0E884448F3}"/>
              </a:ext>
            </a:extLst>
          </p:cNvPr>
          <p:cNvSpPr txBox="1"/>
          <p:nvPr/>
        </p:nvSpPr>
        <p:spPr>
          <a:xfrm>
            <a:off x="3864323" y="342900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A9F06B8-2D67-CBE2-242B-822DE7CD267A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854651C5-AFAA-552A-7378-56713E0BB471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C6F87459-72E7-8C66-79D4-5A77063352D0}"/>
              </a:ext>
            </a:extLst>
          </p:cNvPr>
          <p:cNvSpPr txBox="1"/>
          <p:nvPr/>
        </p:nvSpPr>
        <p:spPr>
          <a:xfrm>
            <a:off x="3856241" y="2124894"/>
            <a:ext cx="95410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巡</a:t>
            </a:r>
            <a:endParaRPr lang="en-US" altLang="zh-CN" sz="2000" dirty="0">
              <a:latin typeface="+mn-ea"/>
            </a:endParaRPr>
          </a:p>
          <a:p>
            <a:r>
              <a:rPr lang="zh-CN" altLang="en-US" sz="2000" dirty="0">
                <a:latin typeface="+mn-ea"/>
              </a:rPr>
              <a:t>（川）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933BADF-8151-59E4-FDED-9A1B6EA71D94}"/>
              </a:ext>
            </a:extLst>
          </p:cNvPr>
          <p:cNvSpPr txBox="1"/>
          <p:nvPr/>
        </p:nvSpPr>
        <p:spPr>
          <a:xfrm>
            <a:off x="3856241" y="1739329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800000"/>
                </a:highlight>
                <a:latin typeface="得意黑" pitchFamily="2" charset="-122"/>
                <a:ea typeface="得意黑" pitchFamily="2" charset="-122"/>
              </a:rPr>
              <a:t>别码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FAE8FDB-B1BF-14CF-3E7C-117E9EF89D60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3F4E38C-AC98-974A-4C8C-9922C58F4736}"/>
              </a:ext>
            </a:extLst>
          </p:cNvPr>
          <p:cNvSpPr txBox="1"/>
          <p:nvPr/>
        </p:nvSpPr>
        <p:spPr>
          <a:xfrm>
            <a:off x="6100594" y="1801729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甾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zi1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x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6CB269D-6C6B-76BC-496E-F8B0E3BA0953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巛</a:t>
            </a:r>
          </a:p>
        </p:txBody>
      </p:sp>
    </p:spTree>
    <p:extLst>
      <p:ext uri="{BB962C8B-B14F-4D97-AF65-F5344CB8AC3E}">
        <p14:creationId xmlns:p14="http://schemas.microsoft.com/office/powerpoint/2010/main" val="9282459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BBFD44-AF6B-BFD0-4926-3FFF27B484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A2CF7823-E4B4-870C-E1E7-93CC901B8563}"/>
              </a:ext>
            </a:extLst>
          </p:cNvPr>
          <p:cNvSpPr txBox="1">
            <a:spLocks/>
          </p:cNvSpPr>
          <p:nvPr/>
        </p:nvSpPr>
        <p:spPr>
          <a:xfrm>
            <a:off x="1044472" y="49978"/>
            <a:ext cx="7127928" cy="964409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matte">
              <a:bevelT w="12700" h="127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lang="zh-CN" altLang="en-US" sz="4400" b="0" kern="1200" spc="50">
                <a:ln w="12700">
                  <a:noFill/>
                  <a:prstDash val="solid"/>
                </a:ln>
                <a:solidFill>
                  <a:schemeClr val="accent4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latinLnBrk="0" hangingPunct="1">
              <a:defRPr kumimoji="0">
                <a:solidFill>
                  <a:schemeClr val="tx2"/>
                </a:solidFill>
              </a:defRPr>
            </a:lvl2pPr>
            <a:lvl3pPr eaLnBrk="1" latinLnBrk="0" hangingPunct="1">
              <a:defRPr kumimoji="0">
                <a:solidFill>
                  <a:schemeClr val="tx2"/>
                </a:solidFill>
              </a:defRPr>
            </a:lvl3pPr>
            <a:lvl4pPr eaLnBrk="1" latinLnBrk="0" hangingPunct="1">
              <a:defRPr kumimoji="0">
                <a:solidFill>
                  <a:schemeClr val="tx2"/>
                </a:solidFill>
              </a:defRPr>
            </a:lvl4pPr>
            <a:lvl5pPr eaLnBrk="1" latinLnBrk="0" hangingPunct="1">
              <a:defRPr kumimoji="0">
                <a:solidFill>
                  <a:schemeClr val="tx2"/>
                </a:solidFill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X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 sz="3600" kern="1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穴</a:t>
            </a:r>
            <a:r>
              <a:rPr lang="zh-CN" altLang="zh-CN" sz="36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SimSun-ExtG" panose="02010609060101010101" pitchFamily="49" charset="-122"/>
              </a:rPr>
              <a:t>𰃮</a:t>
            </a:r>
            <a:r>
              <a:rPr lang="zh-CN" altLang="zh-CN" sz="3600" kern="1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心西小</a:t>
            </a:r>
            <a:r>
              <a:rPr lang="zh-CN" altLang="zh-CN" sz="3600" kern="1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巛</a:t>
            </a:r>
            <a:r>
              <a:rPr lang="zh-CN" altLang="zh-CN" sz="3600" kern="1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血</a:t>
            </a:r>
            <a:r>
              <a:rPr lang="zh-CN" altLang="zh-CN" sz="36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辛</a:t>
            </a:r>
            <a:r>
              <a:rPr lang="zh-CN" altLang="en-US" sz="36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习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EE3CF92-3BB1-015D-8B68-F99DA073C0F8}"/>
              </a:ext>
            </a:extLst>
          </p:cNvPr>
          <p:cNvSpPr txBox="1"/>
          <p:nvPr/>
        </p:nvSpPr>
        <p:spPr>
          <a:xfrm>
            <a:off x="1259632" y="3789040"/>
            <a:ext cx="1125629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xm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48E064D-7ED1-B30C-DA57-F2EAC986AF7F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2E66EBE-AB7B-9AEC-F6EA-5E692A78F9CA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AAF2C97-9BBE-D9F2-77A5-C8CABE57D541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B53ADB8-AF2B-CB62-C99D-4225C5F1730B}"/>
              </a:ext>
            </a:extLst>
          </p:cNvPr>
          <p:cNvSpPr txBox="1"/>
          <p:nvPr/>
        </p:nvSpPr>
        <p:spPr>
          <a:xfrm>
            <a:off x="3864323" y="342900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B9697FE-12B6-38F6-1C42-4DDD22D6B052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4C06BD64-1E9A-F7C8-86BC-3A7CA2B6A546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1755164C-75AD-4C75-9F87-CDA02838BC20}"/>
              </a:ext>
            </a:extLst>
          </p:cNvPr>
          <p:cNvSpPr txBox="1"/>
          <p:nvPr/>
        </p:nvSpPr>
        <p:spPr>
          <a:xfrm>
            <a:off x="3856241" y="2124894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血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CCA166B-8E36-87D6-BFD7-D79E23BFADD6}"/>
              </a:ext>
            </a:extLst>
          </p:cNvPr>
          <p:cNvSpPr txBox="1"/>
          <p:nvPr/>
        </p:nvSpPr>
        <p:spPr>
          <a:xfrm>
            <a:off x="3856241" y="1739329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9686218-25B9-435C-B26E-84EC32A5D730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3C5244D-AA7D-D7E9-2286-CD44C308F2C7}"/>
              </a:ext>
            </a:extLst>
          </p:cNvPr>
          <p:cNvSpPr txBox="1"/>
          <p:nvPr/>
        </p:nvSpPr>
        <p:spPr>
          <a:xfrm>
            <a:off x="6100594" y="1801729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衅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xn4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x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DAE7FA0-2506-0B2B-CF8E-067E9A5FD15E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血</a:t>
            </a:r>
          </a:p>
        </p:txBody>
      </p:sp>
    </p:spTree>
    <p:extLst>
      <p:ext uri="{BB962C8B-B14F-4D97-AF65-F5344CB8AC3E}">
        <p14:creationId xmlns:p14="http://schemas.microsoft.com/office/powerpoint/2010/main" val="35701559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67555A-9089-6147-165E-F2AE51F1BE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5B67F30A-535E-FB14-5363-E01C3FEA340C}"/>
              </a:ext>
            </a:extLst>
          </p:cNvPr>
          <p:cNvSpPr txBox="1">
            <a:spLocks/>
          </p:cNvSpPr>
          <p:nvPr/>
        </p:nvSpPr>
        <p:spPr>
          <a:xfrm>
            <a:off x="1044472" y="49978"/>
            <a:ext cx="7127928" cy="964409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matte">
              <a:bevelT w="12700" h="127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lang="zh-CN" altLang="en-US" sz="4400" b="0" kern="1200" spc="50">
                <a:ln w="12700">
                  <a:noFill/>
                  <a:prstDash val="solid"/>
                </a:ln>
                <a:solidFill>
                  <a:schemeClr val="accent4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latinLnBrk="0" hangingPunct="1">
              <a:defRPr kumimoji="0">
                <a:solidFill>
                  <a:schemeClr val="tx2"/>
                </a:solidFill>
              </a:defRPr>
            </a:lvl2pPr>
            <a:lvl3pPr eaLnBrk="1" latinLnBrk="0" hangingPunct="1">
              <a:defRPr kumimoji="0">
                <a:solidFill>
                  <a:schemeClr val="tx2"/>
                </a:solidFill>
              </a:defRPr>
            </a:lvl3pPr>
            <a:lvl4pPr eaLnBrk="1" latinLnBrk="0" hangingPunct="1">
              <a:defRPr kumimoji="0">
                <a:solidFill>
                  <a:schemeClr val="tx2"/>
                </a:solidFill>
              </a:defRPr>
            </a:lvl4pPr>
            <a:lvl5pPr eaLnBrk="1" latinLnBrk="0" hangingPunct="1">
              <a:defRPr kumimoji="0">
                <a:solidFill>
                  <a:schemeClr val="tx2"/>
                </a:solidFill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X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 sz="3600" kern="1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穴</a:t>
            </a:r>
            <a:r>
              <a:rPr lang="zh-CN" altLang="zh-CN" sz="36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SimSun-ExtG" panose="02010609060101010101" pitchFamily="49" charset="-122"/>
              </a:rPr>
              <a:t>𰃮</a:t>
            </a:r>
            <a:r>
              <a:rPr lang="zh-CN" altLang="zh-CN" sz="3600" kern="1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心西小</a:t>
            </a:r>
            <a:r>
              <a:rPr lang="zh-CN" altLang="zh-CN" sz="3600" kern="1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巛</a:t>
            </a:r>
            <a:r>
              <a:rPr lang="zh-CN" altLang="zh-CN" sz="3600" kern="1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血</a:t>
            </a:r>
            <a:r>
              <a:rPr lang="zh-CN" altLang="zh-CN" sz="3600" kern="1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辛</a:t>
            </a:r>
            <a:r>
              <a:rPr lang="zh-CN" altLang="en-US" sz="3600" kern="1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习</a:t>
            </a:r>
            <a:endParaRPr lang="zh-CN" altLang="en-US" sz="1800" dirty="0">
              <a:solidFill>
                <a:srgbClr val="4BC5B9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6AF5BC4-CB8B-9682-5322-01B48C59C508}"/>
              </a:ext>
            </a:extLst>
          </p:cNvPr>
          <p:cNvSpPr txBox="1"/>
          <p:nvPr/>
        </p:nvSpPr>
        <p:spPr>
          <a:xfrm>
            <a:off x="1259632" y="3789040"/>
            <a:ext cx="772969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xs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16EC93B-1E6D-9D35-8E0C-E993AE142D73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E544EA8-93FD-73F3-01E9-4416F524C2CA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BAAD987-A1C7-76F1-3FC9-03500E6A9F33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8E898C0-1C08-193F-7B22-712C7A880271}"/>
              </a:ext>
            </a:extLst>
          </p:cNvPr>
          <p:cNvSpPr txBox="1"/>
          <p:nvPr/>
        </p:nvSpPr>
        <p:spPr>
          <a:xfrm>
            <a:off x="3864323" y="342900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5DE11DD-B816-EA34-F6B0-F56C4B0F9127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098A84B0-D8EC-479A-22BE-CC3A68E87EE1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474E6A88-4F06-F581-802B-1FA53B00C331}"/>
              </a:ext>
            </a:extLst>
          </p:cNvPr>
          <p:cNvSpPr txBox="1"/>
          <p:nvPr/>
        </p:nvSpPr>
        <p:spPr>
          <a:xfrm>
            <a:off x="3856241" y="2124894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辛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6212BB3-A51D-5CF2-B40C-386F476C394B}"/>
              </a:ext>
            </a:extLst>
          </p:cNvPr>
          <p:cNvSpPr txBox="1"/>
          <p:nvPr/>
        </p:nvSpPr>
        <p:spPr>
          <a:xfrm>
            <a:off x="3856241" y="1739329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A2C06CA-4838-B6B4-E0E7-BAA066565AD7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F4530A9-5494-A6C8-D40E-8999E9E853CC}"/>
              </a:ext>
            </a:extLst>
          </p:cNvPr>
          <p:cNvSpPr txBox="1"/>
          <p:nvPr/>
        </p:nvSpPr>
        <p:spPr>
          <a:xfrm>
            <a:off x="6100594" y="1801729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辜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gu1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x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E6207A9-CE92-90D7-ECFA-71F4C8E60641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辛</a:t>
            </a:r>
          </a:p>
        </p:txBody>
      </p:sp>
    </p:spTree>
    <p:extLst>
      <p:ext uri="{BB962C8B-B14F-4D97-AF65-F5344CB8AC3E}">
        <p14:creationId xmlns:p14="http://schemas.microsoft.com/office/powerpoint/2010/main" val="2777060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9316F0-6A4D-9BE4-C374-F7DEDF7F86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9BEF3018-F43D-A0B0-7009-9D6AC3583166}"/>
              </a:ext>
            </a:extLst>
          </p:cNvPr>
          <p:cNvSpPr txBox="1">
            <a:spLocks/>
          </p:cNvSpPr>
          <p:nvPr/>
        </p:nvSpPr>
        <p:spPr>
          <a:xfrm>
            <a:off x="1044472" y="49978"/>
            <a:ext cx="7127928" cy="964409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matte">
              <a:bevelT w="12700" h="127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lang="zh-CN" altLang="en-US" sz="4400" b="0" kern="1200" spc="50">
                <a:ln w="12700">
                  <a:noFill/>
                  <a:prstDash val="solid"/>
                </a:ln>
                <a:solidFill>
                  <a:schemeClr val="accent4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latinLnBrk="0" hangingPunct="1">
              <a:defRPr kumimoji="0">
                <a:solidFill>
                  <a:schemeClr val="tx2"/>
                </a:solidFill>
              </a:defRPr>
            </a:lvl2pPr>
            <a:lvl3pPr eaLnBrk="1" latinLnBrk="0" hangingPunct="1">
              <a:defRPr kumimoji="0">
                <a:solidFill>
                  <a:schemeClr val="tx2"/>
                </a:solidFill>
              </a:defRPr>
            </a:lvl3pPr>
            <a:lvl4pPr eaLnBrk="1" latinLnBrk="0" hangingPunct="1">
              <a:defRPr kumimoji="0">
                <a:solidFill>
                  <a:schemeClr val="tx2"/>
                </a:solidFill>
              </a:defRPr>
            </a:lvl4pPr>
            <a:lvl5pPr eaLnBrk="1" latinLnBrk="0" hangingPunct="1">
              <a:defRPr kumimoji="0">
                <a:solidFill>
                  <a:schemeClr val="tx2"/>
                </a:solidFill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X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 sz="3600" kern="1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穴</a:t>
            </a:r>
            <a:r>
              <a:rPr lang="zh-CN" altLang="zh-CN" sz="36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SimSun-ExtG" panose="02010609060101010101" pitchFamily="49" charset="-122"/>
              </a:rPr>
              <a:t>𰃮</a:t>
            </a:r>
            <a:r>
              <a:rPr lang="zh-CN" altLang="zh-CN" sz="3600" kern="1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心西小</a:t>
            </a:r>
            <a:r>
              <a:rPr lang="zh-CN" altLang="zh-CN" sz="3600" kern="1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巛</a:t>
            </a:r>
            <a:r>
              <a:rPr lang="zh-CN" altLang="zh-CN" sz="3600" kern="1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血辛</a:t>
            </a:r>
            <a:r>
              <a:rPr lang="zh-CN" altLang="en-US" sz="3600" kern="1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习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46DA287-9EEC-650C-D3A1-BD4AC6C71441}"/>
              </a:ext>
            </a:extLst>
          </p:cNvPr>
          <p:cNvSpPr txBox="1"/>
          <p:nvPr/>
        </p:nvSpPr>
        <p:spPr>
          <a:xfrm>
            <a:off x="1259632" y="3789040"/>
            <a:ext cx="922047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xb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9B00629-BD84-FEF3-0399-BDDA3B1A5AB0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DC81573-483F-E6CD-A8F7-8CE926B269A8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6F2B454-FBDF-3A59-DD65-1649852E50E3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CF9CF75-47AF-28C4-91C0-05DBC121D8EC}"/>
              </a:ext>
            </a:extLst>
          </p:cNvPr>
          <p:cNvSpPr txBox="1"/>
          <p:nvPr/>
        </p:nvSpPr>
        <p:spPr>
          <a:xfrm>
            <a:off x="3864323" y="342900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C40CF6A-6858-7243-627D-DD432814ACE1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2BE1F0FE-452D-C105-D949-B1DB412822E0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57DFFBFA-6183-990F-1919-AF6E41539B58}"/>
              </a:ext>
            </a:extLst>
          </p:cNvPr>
          <p:cNvSpPr txBox="1"/>
          <p:nvPr/>
        </p:nvSpPr>
        <p:spPr>
          <a:xfrm>
            <a:off x="3856241" y="2124894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习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9A83330-5E67-7969-D0EB-01CA592AFB4E}"/>
              </a:ext>
            </a:extLst>
          </p:cNvPr>
          <p:cNvSpPr txBox="1"/>
          <p:nvPr/>
        </p:nvSpPr>
        <p:spPr>
          <a:xfrm>
            <a:off x="3856241" y="1739329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0016F01-A056-DEA3-C031-CE9D5BA3D9D9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D6777DB-3F78-0C6B-7CEB-4B2FC26AE8DF}"/>
              </a:ext>
            </a:extLst>
          </p:cNvPr>
          <p:cNvSpPr txBox="1"/>
          <p:nvPr/>
        </p:nvSpPr>
        <p:spPr>
          <a:xfrm>
            <a:off x="6100594" y="1801729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羽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yu3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x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8C91543-CF50-4316-AAA0-ED6C053DC650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习</a:t>
            </a:r>
          </a:p>
        </p:txBody>
      </p:sp>
    </p:spTree>
    <p:extLst>
      <p:ext uri="{BB962C8B-B14F-4D97-AF65-F5344CB8AC3E}">
        <p14:creationId xmlns:p14="http://schemas.microsoft.com/office/powerpoint/2010/main" val="31439704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AFC95-E9DA-BD12-CB8E-11A5F7C9C2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1BDD2374-A19B-E553-70C4-390D564797D6}"/>
              </a:ext>
            </a:extLst>
          </p:cNvPr>
          <p:cNvSpPr txBox="1">
            <a:spLocks/>
          </p:cNvSpPr>
          <p:nvPr/>
        </p:nvSpPr>
        <p:spPr>
          <a:xfrm>
            <a:off x="1044472" y="49978"/>
            <a:ext cx="7127928" cy="964409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matte">
              <a:bevelT w="12700" h="127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lang="zh-CN" altLang="en-US" sz="4400" b="0" kern="1200" spc="50">
                <a:ln w="12700">
                  <a:noFill/>
                  <a:prstDash val="solid"/>
                </a:ln>
                <a:solidFill>
                  <a:schemeClr val="accent4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latinLnBrk="0" hangingPunct="1">
              <a:defRPr kumimoji="0">
                <a:solidFill>
                  <a:schemeClr val="tx2"/>
                </a:solidFill>
              </a:defRPr>
            </a:lvl2pPr>
            <a:lvl3pPr eaLnBrk="1" latinLnBrk="0" hangingPunct="1">
              <a:defRPr kumimoji="0">
                <a:solidFill>
                  <a:schemeClr val="tx2"/>
                </a:solidFill>
              </a:defRPr>
            </a:lvl3pPr>
            <a:lvl4pPr eaLnBrk="1" latinLnBrk="0" hangingPunct="1">
              <a:defRPr kumimoji="0">
                <a:solidFill>
                  <a:schemeClr val="tx2"/>
                </a:solidFill>
              </a:defRPr>
            </a:lvl4pPr>
            <a:lvl5pPr eaLnBrk="1" latinLnBrk="0" hangingPunct="1">
              <a:defRPr kumimoji="0">
                <a:solidFill>
                  <a:schemeClr val="tx2"/>
                </a:solidFill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Y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 sz="3600" kern="1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言</a:t>
            </a:r>
            <a:r>
              <a:rPr lang="zh-CN" altLang="zh-CN" sz="36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酉月鱼衣尢聿业羽</a:t>
            </a:r>
            <a:r>
              <a:rPr lang="zh-CN" altLang="zh-CN" sz="3600" kern="100" dirty="0">
                <a:solidFill>
                  <a:srgbClr val="EE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黾</a:t>
            </a:r>
            <a:r>
              <a:rPr lang="zh-CN" altLang="zh-CN" sz="36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音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5DA377D-9566-410D-7E05-174BDD4A096C}"/>
              </a:ext>
            </a:extLst>
          </p:cNvPr>
          <p:cNvSpPr txBox="1"/>
          <p:nvPr/>
        </p:nvSpPr>
        <p:spPr>
          <a:xfrm>
            <a:off x="1259632" y="3789040"/>
            <a:ext cx="729687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yj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D04F975-B017-3F6E-C190-23005C71C177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59C885E-3877-C460-29E1-29F9458BDC65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7DF131E-658F-BFB8-3ECB-313047E06BDB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EA68478-BA92-C0F9-F2B3-076C97EDCC89}"/>
              </a:ext>
            </a:extLst>
          </p:cNvPr>
          <p:cNvSpPr txBox="1"/>
          <p:nvPr/>
        </p:nvSpPr>
        <p:spPr>
          <a:xfrm>
            <a:off x="3864323" y="342900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A45DBAB-D745-AB94-9179-6F0A130E5FF2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29E496D0-53BE-D7B1-1138-C683F959E9ED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5461E911-436C-6A2C-99C0-68C659DB86EE}"/>
              </a:ext>
            </a:extLst>
          </p:cNvPr>
          <p:cNvSpPr txBox="1"/>
          <p:nvPr/>
        </p:nvSpPr>
        <p:spPr>
          <a:xfrm>
            <a:off x="3856241" y="2124894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言讠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0C82165-91B7-81BB-B717-9D95853871DC}"/>
              </a:ext>
            </a:extLst>
          </p:cNvPr>
          <p:cNvSpPr txBox="1"/>
          <p:nvPr/>
        </p:nvSpPr>
        <p:spPr>
          <a:xfrm>
            <a:off x="3856241" y="1739329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17A6789-3A25-D0A9-E12C-44B1409AC6A6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40CB6E5-21E7-9ACA-B406-19F25968DAFD}"/>
              </a:ext>
            </a:extLst>
          </p:cNvPr>
          <p:cNvSpPr txBox="1"/>
          <p:nvPr/>
        </p:nvSpPr>
        <p:spPr>
          <a:xfrm>
            <a:off x="6100594" y="1801729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论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lp4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y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A321A91-96C3-3C12-3CF0-67DE742869F2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言</a:t>
            </a:r>
          </a:p>
        </p:txBody>
      </p:sp>
    </p:spTree>
    <p:extLst>
      <p:ext uri="{BB962C8B-B14F-4D97-AF65-F5344CB8AC3E}">
        <p14:creationId xmlns:p14="http://schemas.microsoft.com/office/powerpoint/2010/main" val="8748107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7F3212-6452-DDAC-25F3-DAF9FCC98B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EAD90B3F-6859-DE2C-BED3-C34F36D3C811}"/>
              </a:ext>
            </a:extLst>
          </p:cNvPr>
          <p:cNvSpPr txBox="1">
            <a:spLocks/>
          </p:cNvSpPr>
          <p:nvPr/>
        </p:nvSpPr>
        <p:spPr>
          <a:xfrm>
            <a:off x="1044472" y="49978"/>
            <a:ext cx="7127928" cy="964409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matte">
              <a:bevelT w="12700" h="127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lang="zh-CN" altLang="en-US" sz="4400" b="0" kern="1200" spc="50">
                <a:ln w="12700">
                  <a:noFill/>
                  <a:prstDash val="solid"/>
                </a:ln>
                <a:solidFill>
                  <a:schemeClr val="accent4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latinLnBrk="0" hangingPunct="1">
              <a:defRPr kumimoji="0">
                <a:solidFill>
                  <a:schemeClr val="tx2"/>
                </a:solidFill>
              </a:defRPr>
            </a:lvl2pPr>
            <a:lvl3pPr eaLnBrk="1" latinLnBrk="0" hangingPunct="1">
              <a:defRPr kumimoji="0">
                <a:solidFill>
                  <a:schemeClr val="tx2"/>
                </a:solidFill>
              </a:defRPr>
            </a:lvl3pPr>
            <a:lvl4pPr eaLnBrk="1" latinLnBrk="0" hangingPunct="1">
              <a:defRPr kumimoji="0">
                <a:solidFill>
                  <a:schemeClr val="tx2"/>
                </a:solidFill>
              </a:defRPr>
            </a:lvl4pPr>
            <a:lvl5pPr eaLnBrk="1" latinLnBrk="0" hangingPunct="1">
              <a:defRPr kumimoji="0">
                <a:solidFill>
                  <a:schemeClr val="tx2"/>
                </a:solidFill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Y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 sz="3600" kern="1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言</a:t>
            </a:r>
            <a:r>
              <a:rPr lang="zh-CN" altLang="zh-CN" sz="3600" kern="1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酉</a:t>
            </a:r>
            <a:r>
              <a:rPr lang="zh-CN" altLang="zh-CN" sz="36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月鱼衣尢聿业羽</a:t>
            </a:r>
            <a:r>
              <a:rPr lang="zh-CN" altLang="zh-CN" sz="3600" kern="100" dirty="0">
                <a:solidFill>
                  <a:srgbClr val="EE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黾</a:t>
            </a:r>
            <a:r>
              <a:rPr lang="zh-CN" altLang="zh-CN" sz="36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音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74A2C25-FE06-7909-A25E-BE439B8CF2F0}"/>
              </a:ext>
            </a:extLst>
          </p:cNvPr>
          <p:cNvSpPr txBox="1"/>
          <p:nvPr/>
        </p:nvSpPr>
        <p:spPr>
          <a:xfrm>
            <a:off x="1259632" y="3789040"/>
            <a:ext cx="933269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yb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DAB75B3-E210-C765-0500-9173235C7BE3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69087FF-B261-5790-99FE-D85642445606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45D99CE-1C69-3044-A2D8-6BD9E3914966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BF5CD8F-AD34-06CB-A24E-AFDDB07E0808}"/>
              </a:ext>
            </a:extLst>
          </p:cNvPr>
          <p:cNvSpPr txBox="1"/>
          <p:nvPr/>
        </p:nvSpPr>
        <p:spPr>
          <a:xfrm>
            <a:off x="3864323" y="342900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5D8C8BB-24FA-52D7-1532-FB35174436E0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9AFB82A2-120C-43E5-1E61-30DF7DDFACC7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488DB56B-3A26-5DAC-C9A9-40944F6297B0}"/>
              </a:ext>
            </a:extLst>
          </p:cNvPr>
          <p:cNvSpPr txBox="1"/>
          <p:nvPr/>
        </p:nvSpPr>
        <p:spPr>
          <a:xfrm>
            <a:off x="3856241" y="2124894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酉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92CCBF3-928F-EBD9-B440-7AAE212FED5C}"/>
              </a:ext>
            </a:extLst>
          </p:cNvPr>
          <p:cNvSpPr txBox="1"/>
          <p:nvPr/>
        </p:nvSpPr>
        <p:spPr>
          <a:xfrm>
            <a:off x="3856241" y="1739329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7D49CC6-AC8D-084F-5271-6AFE3439A477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2EA61FE-A5D4-08BD-E179-2587F344B114}"/>
              </a:ext>
            </a:extLst>
          </p:cNvPr>
          <p:cNvSpPr txBox="1"/>
          <p:nvPr/>
        </p:nvSpPr>
        <p:spPr>
          <a:xfrm>
            <a:off x="6100594" y="1801729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酿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nd4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y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38A3312-5E38-451E-C90C-C5E384E299C5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酉</a:t>
            </a:r>
          </a:p>
        </p:txBody>
      </p:sp>
    </p:spTree>
    <p:extLst>
      <p:ext uri="{BB962C8B-B14F-4D97-AF65-F5344CB8AC3E}">
        <p14:creationId xmlns:p14="http://schemas.microsoft.com/office/powerpoint/2010/main" val="24643682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63DE65-B878-8A64-BA37-D4E5345074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5DC950B0-759A-460F-4F5E-5520BEFCB42B}"/>
              </a:ext>
            </a:extLst>
          </p:cNvPr>
          <p:cNvSpPr txBox="1">
            <a:spLocks/>
          </p:cNvSpPr>
          <p:nvPr/>
        </p:nvSpPr>
        <p:spPr>
          <a:xfrm>
            <a:off x="1044472" y="49978"/>
            <a:ext cx="7127928" cy="964409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matte">
              <a:bevelT w="12700" h="127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lang="zh-CN" altLang="en-US" sz="4400" b="0" kern="1200" spc="50">
                <a:ln w="12700">
                  <a:noFill/>
                  <a:prstDash val="solid"/>
                </a:ln>
                <a:solidFill>
                  <a:schemeClr val="accent4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latinLnBrk="0" hangingPunct="1">
              <a:defRPr kumimoji="0">
                <a:solidFill>
                  <a:schemeClr val="tx2"/>
                </a:solidFill>
              </a:defRPr>
            </a:lvl2pPr>
            <a:lvl3pPr eaLnBrk="1" latinLnBrk="0" hangingPunct="1">
              <a:defRPr kumimoji="0">
                <a:solidFill>
                  <a:schemeClr val="tx2"/>
                </a:solidFill>
              </a:defRPr>
            </a:lvl3pPr>
            <a:lvl4pPr eaLnBrk="1" latinLnBrk="0" hangingPunct="1">
              <a:defRPr kumimoji="0">
                <a:solidFill>
                  <a:schemeClr val="tx2"/>
                </a:solidFill>
              </a:defRPr>
            </a:lvl4pPr>
            <a:lvl5pPr eaLnBrk="1" latinLnBrk="0" hangingPunct="1">
              <a:defRPr kumimoji="0">
                <a:solidFill>
                  <a:schemeClr val="tx2"/>
                </a:solidFill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Y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 sz="3600" kern="1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言酉</a:t>
            </a:r>
            <a:r>
              <a:rPr lang="zh-CN" altLang="zh-CN" sz="3600" kern="1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月</a:t>
            </a:r>
            <a:r>
              <a:rPr lang="zh-CN" altLang="zh-CN" sz="36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鱼衣尢聿业羽</a:t>
            </a:r>
            <a:r>
              <a:rPr lang="zh-CN" altLang="zh-CN" sz="3600" kern="100" dirty="0">
                <a:solidFill>
                  <a:srgbClr val="EE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黾</a:t>
            </a:r>
            <a:r>
              <a:rPr lang="zh-CN" altLang="zh-CN" sz="36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音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3AF2CD2-E3AF-71F1-C103-108505E076F1}"/>
              </a:ext>
            </a:extLst>
          </p:cNvPr>
          <p:cNvSpPr txBox="1"/>
          <p:nvPr/>
        </p:nvSpPr>
        <p:spPr>
          <a:xfrm>
            <a:off x="1259632" y="3789040"/>
            <a:ext cx="776175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yt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082752A-293E-8CBD-1BA6-91BF172888D7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F57CF9A-2964-3113-626A-E17423DEBDF4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70A2969-22C0-A3CC-620B-582B7BA02B59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905CDCD-9788-0910-87C5-0C497BBA6D16}"/>
              </a:ext>
            </a:extLst>
          </p:cNvPr>
          <p:cNvSpPr txBox="1"/>
          <p:nvPr/>
        </p:nvSpPr>
        <p:spPr>
          <a:xfrm>
            <a:off x="3864323" y="342900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0EB37B4-32A2-A39E-5193-948C58229C57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946B86FC-E9D3-F7B0-4BBB-FD2A2C2CC481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7ECC2ED7-4F80-6AFE-DFFD-249574104568}"/>
              </a:ext>
            </a:extLst>
          </p:cNvPr>
          <p:cNvSpPr txBox="1"/>
          <p:nvPr/>
        </p:nvSpPr>
        <p:spPr>
          <a:xfrm>
            <a:off x="3856241" y="2124894"/>
            <a:ext cx="198002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月</a:t>
            </a:r>
            <a:endParaRPr lang="en-US" altLang="zh-CN" sz="2000" dirty="0">
              <a:latin typeface="+mn-ea"/>
            </a:endParaRPr>
          </a:p>
          <a:p>
            <a:r>
              <a:rPr lang="zh-CN" altLang="en-US" sz="2000" dirty="0">
                <a:latin typeface="+mn-ea"/>
              </a:rPr>
              <a:t>包括舟月和贝月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1C46E1D-165F-D735-CDA1-642A84CC54D9}"/>
              </a:ext>
            </a:extLst>
          </p:cNvPr>
          <p:cNvSpPr txBox="1"/>
          <p:nvPr/>
        </p:nvSpPr>
        <p:spPr>
          <a:xfrm>
            <a:off x="3856241" y="1739329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CEAA3F2-9452-3039-3213-8463444DBAE0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0182952-0147-8E02-5A40-B60FD3689BE0}"/>
              </a:ext>
            </a:extLst>
          </p:cNvPr>
          <p:cNvSpPr txBox="1"/>
          <p:nvPr/>
        </p:nvSpPr>
        <p:spPr>
          <a:xfrm>
            <a:off x="6100594" y="1801729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服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fu2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y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68FA12E-0B3A-CA87-A053-78D899D99B32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月</a:t>
            </a:r>
          </a:p>
        </p:txBody>
      </p:sp>
    </p:spTree>
    <p:extLst>
      <p:ext uri="{BB962C8B-B14F-4D97-AF65-F5344CB8AC3E}">
        <p14:creationId xmlns:p14="http://schemas.microsoft.com/office/powerpoint/2010/main" val="10866942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C40E5E-2374-BD29-CB26-D27F9B7589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219B5028-6936-DF7F-38D0-08F21893CB72}"/>
              </a:ext>
            </a:extLst>
          </p:cNvPr>
          <p:cNvSpPr txBox="1">
            <a:spLocks/>
          </p:cNvSpPr>
          <p:nvPr/>
        </p:nvSpPr>
        <p:spPr>
          <a:xfrm>
            <a:off x="1044472" y="49978"/>
            <a:ext cx="7127928" cy="964409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matte">
              <a:bevelT w="12700" h="127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lang="zh-CN" altLang="en-US" sz="4400" b="0" kern="1200" spc="50">
                <a:ln w="12700">
                  <a:noFill/>
                  <a:prstDash val="solid"/>
                </a:ln>
                <a:solidFill>
                  <a:schemeClr val="accent4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latinLnBrk="0" hangingPunct="1">
              <a:defRPr kumimoji="0">
                <a:solidFill>
                  <a:schemeClr val="tx2"/>
                </a:solidFill>
              </a:defRPr>
            </a:lvl2pPr>
            <a:lvl3pPr eaLnBrk="1" latinLnBrk="0" hangingPunct="1">
              <a:defRPr kumimoji="0">
                <a:solidFill>
                  <a:schemeClr val="tx2"/>
                </a:solidFill>
              </a:defRPr>
            </a:lvl3pPr>
            <a:lvl4pPr eaLnBrk="1" latinLnBrk="0" hangingPunct="1">
              <a:defRPr kumimoji="0">
                <a:solidFill>
                  <a:schemeClr val="tx2"/>
                </a:solidFill>
              </a:defRPr>
            </a:lvl4pPr>
            <a:lvl5pPr eaLnBrk="1" latinLnBrk="0" hangingPunct="1">
              <a:defRPr kumimoji="0">
                <a:solidFill>
                  <a:schemeClr val="tx2"/>
                </a:solidFill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Y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 sz="3600" kern="1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言酉月</a:t>
            </a:r>
            <a:r>
              <a:rPr lang="zh-CN" altLang="zh-CN" sz="3600" kern="1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鱼</a:t>
            </a:r>
            <a:r>
              <a:rPr lang="zh-CN" altLang="zh-CN" sz="36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衣尢聿业羽</a:t>
            </a:r>
            <a:r>
              <a:rPr lang="zh-CN" altLang="zh-CN" sz="3600" kern="100" dirty="0">
                <a:solidFill>
                  <a:srgbClr val="EE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黾</a:t>
            </a:r>
            <a:r>
              <a:rPr lang="zh-CN" altLang="zh-CN" sz="36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音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446423C-2DC4-706F-27B9-A1D0DE2BE1E3}"/>
              </a:ext>
            </a:extLst>
          </p:cNvPr>
          <p:cNvSpPr txBox="1"/>
          <p:nvPr/>
        </p:nvSpPr>
        <p:spPr>
          <a:xfrm>
            <a:off x="1259632" y="3789040"/>
            <a:ext cx="925253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yu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2BD1620-6231-749E-8A0E-B8EFED56D5EF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2F8A3E1-8D9B-0A8F-82B8-A483E907344A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1A02AAF-9BAA-014E-F985-5C82B2808E2C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E5540D8-B116-AE54-ABAD-684F915AFE27}"/>
              </a:ext>
            </a:extLst>
          </p:cNvPr>
          <p:cNvSpPr txBox="1"/>
          <p:nvPr/>
        </p:nvSpPr>
        <p:spPr>
          <a:xfrm>
            <a:off x="3864323" y="342900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5A38A29-34B8-11B6-D2E4-FFB5BBD4607A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A733A7A5-9DA2-7712-2BEB-B7C6F77C94DF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21784783-0A45-6544-4B69-0E29E2BD48BD}"/>
              </a:ext>
            </a:extLst>
          </p:cNvPr>
          <p:cNvSpPr txBox="1"/>
          <p:nvPr/>
        </p:nvSpPr>
        <p:spPr>
          <a:xfrm>
            <a:off x="3856241" y="2124894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鱼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69C75C3-4F03-50DA-33DB-0A8780F27549}"/>
              </a:ext>
            </a:extLst>
          </p:cNvPr>
          <p:cNvSpPr txBox="1"/>
          <p:nvPr/>
        </p:nvSpPr>
        <p:spPr>
          <a:xfrm>
            <a:off x="3856241" y="1739329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D2854B7-7306-FD2F-AC62-AF8B277C85A1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233ED22-2F44-7211-7F49-567669D9811F}"/>
              </a:ext>
            </a:extLst>
          </p:cNvPr>
          <p:cNvSpPr txBox="1"/>
          <p:nvPr/>
        </p:nvSpPr>
        <p:spPr>
          <a:xfrm>
            <a:off x="6100594" y="1801729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鲜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xm1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y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2FE2705-9010-D90B-D98A-D8EDC4CE49B2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鱼</a:t>
            </a:r>
          </a:p>
        </p:txBody>
      </p:sp>
    </p:spTree>
    <p:extLst>
      <p:ext uri="{BB962C8B-B14F-4D97-AF65-F5344CB8AC3E}">
        <p14:creationId xmlns:p14="http://schemas.microsoft.com/office/powerpoint/2010/main" val="29964509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5771EF-1FAE-624B-4988-F2BD88B75B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E219F2C4-774C-CBBB-43BC-05942B828303}"/>
              </a:ext>
            </a:extLst>
          </p:cNvPr>
          <p:cNvSpPr txBox="1">
            <a:spLocks/>
          </p:cNvSpPr>
          <p:nvPr/>
        </p:nvSpPr>
        <p:spPr>
          <a:xfrm>
            <a:off x="1044472" y="49978"/>
            <a:ext cx="7127928" cy="964409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matte">
              <a:bevelT w="12700" h="127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lang="zh-CN" altLang="en-US" sz="4400" b="0" kern="1200" spc="50">
                <a:ln w="12700">
                  <a:noFill/>
                  <a:prstDash val="solid"/>
                </a:ln>
                <a:solidFill>
                  <a:schemeClr val="accent4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latinLnBrk="0" hangingPunct="1">
              <a:defRPr kumimoji="0">
                <a:solidFill>
                  <a:schemeClr val="tx2"/>
                </a:solidFill>
              </a:defRPr>
            </a:lvl2pPr>
            <a:lvl3pPr eaLnBrk="1" latinLnBrk="0" hangingPunct="1">
              <a:defRPr kumimoji="0">
                <a:solidFill>
                  <a:schemeClr val="tx2"/>
                </a:solidFill>
              </a:defRPr>
            </a:lvl3pPr>
            <a:lvl4pPr eaLnBrk="1" latinLnBrk="0" hangingPunct="1">
              <a:defRPr kumimoji="0">
                <a:solidFill>
                  <a:schemeClr val="tx2"/>
                </a:solidFill>
              </a:defRPr>
            </a:lvl4pPr>
            <a:lvl5pPr eaLnBrk="1" latinLnBrk="0" hangingPunct="1">
              <a:defRPr kumimoji="0">
                <a:solidFill>
                  <a:schemeClr val="tx2"/>
                </a:solidFill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Y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 sz="3600" kern="1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言酉月鱼</a:t>
            </a:r>
            <a:r>
              <a:rPr lang="zh-CN" altLang="zh-CN" sz="3600" kern="1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衣</a:t>
            </a:r>
            <a:r>
              <a:rPr lang="zh-CN" altLang="zh-CN" sz="36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尢聿业羽</a:t>
            </a:r>
            <a:r>
              <a:rPr lang="zh-CN" altLang="zh-CN" sz="3600" kern="100" dirty="0">
                <a:solidFill>
                  <a:srgbClr val="EE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黾</a:t>
            </a:r>
            <a:r>
              <a:rPr lang="zh-CN" altLang="zh-CN" sz="36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音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DED55C3-3CEB-D177-A4AE-1DF5EFDF1E9D}"/>
              </a:ext>
            </a:extLst>
          </p:cNvPr>
          <p:cNvSpPr txBox="1"/>
          <p:nvPr/>
        </p:nvSpPr>
        <p:spPr>
          <a:xfrm>
            <a:off x="1259632" y="3789040"/>
            <a:ext cx="721672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yi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29D3760-0F26-E6CE-DF98-6C12702F4FFE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F6DCAD0-6126-2BB4-CFCC-6E5110BCE1CD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0D9B37D-8C6B-419E-CE7F-55E974ED8049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C0E951B-217C-654E-C61D-2A587A97E72C}"/>
              </a:ext>
            </a:extLst>
          </p:cNvPr>
          <p:cNvSpPr txBox="1"/>
          <p:nvPr/>
        </p:nvSpPr>
        <p:spPr>
          <a:xfrm>
            <a:off x="3864323" y="342900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D50E7DE-1FF7-FF27-E471-03DFBD99A11B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3638999C-D9CD-391A-3F3E-2774BA6AD93D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AB17964C-7C67-E427-54C5-BCF8E9E21D7E}"/>
              </a:ext>
            </a:extLst>
          </p:cNvPr>
          <p:cNvSpPr txBox="1"/>
          <p:nvPr/>
        </p:nvSpPr>
        <p:spPr>
          <a:xfrm>
            <a:off x="3856241" y="2124894"/>
            <a:ext cx="246734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衣衤</a:t>
            </a:r>
            <a:endParaRPr lang="en-US" altLang="zh-CN" sz="2000" dirty="0">
              <a:latin typeface="+mn-ea"/>
            </a:endParaRPr>
          </a:p>
          <a:p>
            <a:r>
              <a:rPr lang="zh-CN" altLang="en-US" sz="2000" dirty="0">
                <a:latin typeface="+mn-ea"/>
              </a:rPr>
              <a:t>包括“亠</a:t>
            </a:r>
            <a:r>
              <a:rPr lang="en-US" altLang="zh-CN" sz="2000" dirty="0">
                <a:latin typeface="+mn-ea"/>
              </a:rPr>
              <a:t>+</a:t>
            </a:r>
            <a:r>
              <a:rPr lang="en-US" altLang="zh-CN" sz="2000" dirty="0" err="1">
                <a:latin typeface="+mn-ea"/>
              </a:rPr>
              <a:t>sth</a:t>
            </a:r>
            <a:r>
              <a:rPr lang="en-US" altLang="zh-CN" sz="2000" dirty="0">
                <a:latin typeface="+mn-ea"/>
              </a:rPr>
              <a:t>.+</a:t>
            </a:r>
            <a:r>
              <a:rPr lang="zh-CN" altLang="en-US" dirty="0"/>
              <a:t>𧘇</a:t>
            </a:r>
            <a:r>
              <a:rPr lang="zh-CN" altLang="en-US" sz="2000" dirty="0">
                <a:latin typeface="+mn-ea"/>
              </a:rPr>
              <a:t>”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2012C8D-16DC-97C1-2117-03F9EAF35EFB}"/>
              </a:ext>
            </a:extLst>
          </p:cNvPr>
          <p:cNvSpPr txBox="1"/>
          <p:nvPr/>
        </p:nvSpPr>
        <p:spPr>
          <a:xfrm>
            <a:off x="3856241" y="1739329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E066557-1D34-FB82-CAB8-20B655D82B0E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4B65CC3-19E3-4136-14BD-D3263190196F}"/>
              </a:ext>
            </a:extLst>
          </p:cNvPr>
          <p:cNvSpPr txBox="1"/>
          <p:nvPr/>
        </p:nvSpPr>
        <p:spPr>
          <a:xfrm>
            <a:off x="6100594" y="1801729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衰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uy1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y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9C26F8D-546B-3A37-0531-31E00E49EA87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衣</a:t>
            </a:r>
          </a:p>
        </p:txBody>
      </p:sp>
    </p:spTree>
    <p:extLst>
      <p:ext uri="{BB962C8B-B14F-4D97-AF65-F5344CB8AC3E}">
        <p14:creationId xmlns:p14="http://schemas.microsoft.com/office/powerpoint/2010/main" val="3971116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996598-F070-18BD-B35F-C41B691539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0A3D06F2-EE7D-5D3C-878A-AF941C7E0456}"/>
              </a:ext>
            </a:extLst>
          </p:cNvPr>
          <p:cNvSpPr txBox="1">
            <a:spLocks/>
          </p:cNvSpPr>
          <p:nvPr/>
        </p:nvSpPr>
        <p:spPr>
          <a:xfrm>
            <a:off x="1044472" y="49978"/>
            <a:ext cx="7127928" cy="964409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matte">
              <a:bevelT w="12700" h="127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lang="zh-CN" altLang="en-US" sz="4400" b="0" kern="1200" spc="50">
                <a:ln w="12700">
                  <a:noFill/>
                  <a:prstDash val="solid"/>
                </a:ln>
                <a:solidFill>
                  <a:schemeClr val="accent4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latinLnBrk="0" hangingPunct="1">
              <a:defRPr kumimoji="0">
                <a:solidFill>
                  <a:schemeClr val="tx2"/>
                </a:solidFill>
              </a:defRPr>
            </a:lvl2pPr>
            <a:lvl3pPr eaLnBrk="1" latinLnBrk="0" hangingPunct="1">
              <a:defRPr kumimoji="0">
                <a:solidFill>
                  <a:schemeClr val="tx2"/>
                </a:solidFill>
              </a:defRPr>
            </a:lvl3pPr>
            <a:lvl4pPr eaLnBrk="1" latinLnBrk="0" hangingPunct="1">
              <a:defRPr kumimoji="0">
                <a:solidFill>
                  <a:schemeClr val="tx2"/>
                </a:solidFill>
              </a:defRPr>
            </a:lvl4pPr>
            <a:lvl5pPr eaLnBrk="1" latinLnBrk="0" hangingPunct="1">
              <a:defRPr kumimoji="0">
                <a:solidFill>
                  <a:schemeClr val="tx2"/>
                </a:solidFill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Y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 sz="3600" kern="1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言酉月鱼衣</a:t>
            </a:r>
            <a:r>
              <a:rPr lang="zh-CN" altLang="zh-CN" sz="3600" kern="1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尢</a:t>
            </a:r>
            <a:r>
              <a:rPr lang="zh-CN" altLang="zh-CN" sz="36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聿业羽</a:t>
            </a:r>
            <a:r>
              <a:rPr lang="zh-CN" altLang="zh-CN" sz="3600" kern="100" dirty="0">
                <a:solidFill>
                  <a:srgbClr val="EE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黾</a:t>
            </a:r>
            <a:r>
              <a:rPr lang="zh-CN" altLang="zh-CN" sz="36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音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81B5E1A-FBED-18B7-9A3A-BE283BD91777}"/>
              </a:ext>
            </a:extLst>
          </p:cNvPr>
          <p:cNvSpPr txBox="1"/>
          <p:nvPr/>
        </p:nvSpPr>
        <p:spPr>
          <a:xfrm>
            <a:off x="1259632" y="3789040"/>
            <a:ext cx="928459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yh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6F4C27F-5BC1-F200-2AE3-EBEE2282FDC4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4382D3C-9760-E89F-A907-AE9EA81F1697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16F0406-D174-B876-A98F-9A567B5CB116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F9AE3F0-7A96-DB16-474F-1669892C408A}"/>
              </a:ext>
            </a:extLst>
          </p:cNvPr>
          <p:cNvSpPr txBox="1"/>
          <p:nvPr/>
        </p:nvSpPr>
        <p:spPr>
          <a:xfrm>
            <a:off x="3864323" y="342900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43198A0-DDB5-C422-3926-715B9647C2A6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4A883A68-B084-CCF5-1537-B7E1AF9B84FE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F33E8FEB-715D-263E-E1CD-3AEE8B63B774}"/>
              </a:ext>
            </a:extLst>
          </p:cNvPr>
          <p:cNvSpPr txBox="1"/>
          <p:nvPr/>
        </p:nvSpPr>
        <p:spPr>
          <a:xfrm>
            <a:off x="3856241" y="2124894"/>
            <a:ext cx="14670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来自“尤”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397A6A5-A85B-5BC6-E397-93EF04E9905E}"/>
              </a:ext>
            </a:extLst>
          </p:cNvPr>
          <p:cNvSpPr txBox="1"/>
          <p:nvPr/>
        </p:nvSpPr>
        <p:spPr>
          <a:xfrm>
            <a:off x="3856241" y="1739329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E1DE6C0-95E7-C7FA-9F2A-551B7F361BAB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2F50EC5-5B9F-C6AD-6F79-1A06EC131DDB}"/>
              </a:ext>
            </a:extLst>
          </p:cNvPr>
          <p:cNvSpPr txBox="1"/>
          <p:nvPr/>
        </p:nvSpPr>
        <p:spPr>
          <a:xfrm>
            <a:off x="6100594" y="1801729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尬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ga4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y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0DAE31B-04F9-0AA7-380E-DDFDAB13CBF0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尢</a:t>
            </a:r>
          </a:p>
        </p:txBody>
      </p:sp>
    </p:spTree>
    <p:extLst>
      <p:ext uri="{BB962C8B-B14F-4D97-AF65-F5344CB8AC3E}">
        <p14:creationId xmlns:p14="http://schemas.microsoft.com/office/powerpoint/2010/main" val="35935332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2E179F-B5B5-4EC5-E1C4-AE26E466B0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4B804F2B-EEE3-B120-BAAB-A63F026E73B8}"/>
              </a:ext>
            </a:extLst>
          </p:cNvPr>
          <p:cNvSpPr txBox="1">
            <a:spLocks/>
          </p:cNvSpPr>
          <p:nvPr/>
        </p:nvSpPr>
        <p:spPr>
          <a:xfrm>
            <a:off x="1044472" y="49978"/>
            <a:ext cx="7127928" cy="964409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matte">
              <a:bevelT w="12700" h="127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lang="zh-CN" altLang="en-US" sz="4400" b="0" kern="1200" spc="50">
                <a:ln w="12700">
                  <a:noFill/>
                  <a:prstDash val="solid"/>
                </a:ln>
                <a:solidFill>
                  <a:schemeClr val="accent4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latinLnBrk="0" hangingPunct="1">
              <a:defRPr kumimoji="0">
                <a:solidFill>
                  <a:schemeClr val="tx2"/>
                </a:solidFill>
              </a:defRPr>
            </a:lvl2pPr>
            <a:lvl3pPr eaLnBrk="1" latinLnBrk="0" hangingPunct="1">
              <a:defRPr kumimoji="0">
                <a:solidFill>
                  <a:schemeClr val="tx2"/>
                </a:solidFill>
              </a:defRPr>
            </a:lvl3pPr>
            <a:lvl4pPr eaLnBrk="1" latinLnBrk="0" hangingPunct="1">
              <a:defRPr kumimoji="0">
                <a:solidFill>
                  <a:schemeClr val="tx2"/>
                </a:solidFill>
              </a:defRPr>
            </a:lvl4pPr>
            <a:lvl5pPr eaLnBrk="1" latinLnBrk="0" hangingPunct="1">
              <a:defRPr kumimoji="0">
                <a:solidFill>
                  <a:schemeClr val="tx2"/>
                </a:solidFill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Y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 sz="3600" kern="1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言酉月鱼衣尢</a:t>
            </a:r>
            <a:r>
              <a:rPr lang="zh-CN" altLang="zh-CN" sz="3600" kern="1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聿</a:t>
            </a:r>
            <a:r>
              <a:rPr lang="zh-CN" altLang="zh-CN" sz="36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业羽</a:t>
            </a:r>
            <a:r>
              <a:rPr lang="zh-CN" altLang="zh-CN" sz="3600" kern="100" dirty="0">
                <a:solidFill>
                  <a:srgbClr val="EE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黾</a:t>
            </a:r>
            <a:r>
              <a:rPr lang="zh-CN" altLang="zh-CN" sz="36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音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95101F6-6F4F-F1A9-994A-463C0FB1071A}"/>
              </a:ext>
            </a:extLst>
          </p:cNvPr>
          <p:cNvSpPr txBox="1"/>
          <p:nvPr/>
        </p:nvSpPr>
        <p:spPr>
          <a:xfrm>
            <a:off x="1259632" y="3789040"/>
            <a:ext cx="726481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yl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FD4758D-C59C-2E56-1FD8-51346B9345AC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3F0341F-FFEA-ECB8-6CA9-E08FDCE69468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08B22AE-5D70-5E24-1314-C45CC709BDB5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8DADF06-A876-5B77-E612-CDB093D71E72}"/>
              </a:ext>
            </a:extLst>
          </p:cNvPr>
          <p:cNvSpPr txBox="1"/>
          <p:nvPr/>
        </p:nvSpPr>
        <p:spPr>
          <a:xfrm>
            <a:off x="3864323" y="342900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5D3C020-F19D-6140-851C-34BBCEE04335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521D60A6-DDFA-D180-7528-FF2C95A9597D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4DE4A76C-220E-C5E0-E8D3-93014EB8B186}"/>
              </a:ext>
            </a:extLst>
          </p:cNvPr>
          <p:cNvSpPr txBox="1"/>
          <p:nvPr/>
        </p:nvSpPr>
        <p:spPr>
          <a:xfrm>
            <a:off x="3856241" y="2124894"/>
            <a:ext cx="95410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yu4</a:t>
            </a:r>
          </a:p>
          <a:p>
            <a:r>
              <a:rPr lang="zh-CN" altLang="en-US" sz="2000" dirty="0">
                <a:latin typeface="+mn-ea"/>
              </a:rPr>
              <a:t>包括肀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2C97569-9973-CCDB-D1DF-92EA6C87C249}"/>
              </a:ext>
            </a:extLst>
          </p:cNvPr>
          <p:cNvSpPr txBox="1"/>
          <p:nvPr/>
        </p:nvSpPr>
        <p:spPr>
          <a:xfrm>
            <a:off x="3856241" y="1739329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E021A95-C4E6-249E-0812-8BF859275EA9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240E8C8-462C-8454-7387-9A1080AA23ED}"/>
              </a:ext>
            </a:extLst>
          </p:cNvPr>
          <p:cNvSpPr txBox="1"/>
          <p:nvPr/>
        </p:nvSpPr>
        <p:spPr>
          <a:xfrm>
            <a:off x="6100594" y="1801729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肆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si4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y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C63F2C5-12F9-7DC7-C724-5EE20ADE3815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聿</a:t>
            </a:r>
          </a:p>
        </p:txBody>
      </p:sp>
    </p:spTree>
    <p:extLst>
      <p:ext uri="{BB962C8B-B14F-4D97-AF65-F5344CB8AC3E}">
        <p14:creationId xmlns:p14="http://schemas.microsoft.com/office/powerpoint/2010/main" val="1745434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F93EC8-30E3-95FB-D48A-149D38555E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78FD46AD-E98A-3DF3-EDD3-C742F1BBAD04}"/>
              </a:ext>
            </a:extLst>
          </p:cNvPr>
          <p:cNvSpPr txBox="1">
            <a:spLocks/>
          </p:cNvSpPr>
          <p:nvPr/>
        </p:nvSpPr>
        <p:spPr>
          <a:xfrm>
            <a:off x="1044472" y="49978"/>
            <a:ext cx="7127928" cy="964409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matte">
              <a:bevelT w="12700" h="127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lang="zh-CN" altLang="en-US" sz="4400" b="0" kern="1200" spc="50">
                <a:ln w="12700">
                  <a:noFill/>
                  <a:prstDash val="solid"/>
                </a:ln>
                <a:solidFill>
                  <a:schemeClr val="accent4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latinLnBrk="0" hangingPunct="1">
              <a:defRPr kumimoji="0">
                <a:solidFill>
                  <a:schemeClr val="tx2"/>
                </a:solidFill>
              </a:defRPr>
            </a:lvl2pPr>
            <a:lvl3pPr eaLnBrk="1" latinLnBrk="0" hangingPunct="1">
              <a:defRPr kumimoji="0">
                <a:solidFill>
                  <a:schemeClr val="tx2"/>
                </a:solidFill>
              </a:defRPr>
            </a:lvl3pPr>
            <a:lvl4pPr eaLnBrk="1" latinLnBrk="0" hangingPunct="1">
              <a:defRPr kumimoji="0">
                <a:solidFill>
                  <a:schemeClr val="tx2"/>
                </a:solidFill>
              </a:defRPr>
            </a:lvl4pPr>
            <a:lvl5pPr eaLnBrk="1" latinLnBrk="0" hangingPunct="1">
              <a:defRPr kumimoji="0">
                <a:solidFill>
                  <a:schemeClr val="tx2"/>
                </a:solidFill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Y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 sz="3600" kern="1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言酉月鱼衣尢聿</a:t>
            </a:r>
            <a:r>
              <a:rPr lang="zh-CN" altLang="zh-CN" sz="3600" kern="1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业</a:t>
            </a:r>
            <a:r>
              <a:rPr lang="zh-CN" altLang="zh-CN" sz="36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羽</a:t>
            </a:r>
            <a:r>
              <a:rPr lang="zh-CN" altLang="zh-CN" sz="3600" kern="100" dirty="0">
                <a:solidFill>
                  <a:srgbClr val="EE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黾</a:t>
            </a:r>
            <a:r>
              <a:rPr lang="zh-CN" altLang="zh-CN" sz="36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音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704CFA7-B4C2-E120-3739-68B2CE6D349C}"/>
              </a:ext>
            </a:extLst>
          </p:cNvPr>
          <p:cNvSpPr txBox="1"/>
          <p:nvPr/>
        </p:nvSpPr>
        <p:spPr>
          <a:xfrm>
            <a:off x="1259632" y="3789040"/>
            <a:ext cx="886781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ye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4BE9598-DFE0-BB17-39DC-E1EEE811BFB5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2399192-DD29-4656-7EC6-08321F4DD5AE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249EBE4-B1B9-2F47-97B6-935088CD7583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8B7FCC4-61F9-A5DF-867E-CEBC3464F1B7}"/>
              </a:ext>
            </a:extLst>
          </p:cNvPr>
          <p:cNvSpPr txBox="1"/>
          <p:nvPr/>
        </p:nvSpPr>
        <p:spPr>
          <a:xfrm>
            <a:off x="3864323" y="342900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5F306A1-F7A6-1CF9-E4D9-C545A8928AD7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58B8A456-51F4-56D3-EADF-4C11A6E9FC34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2FE4EC7E-F2EF-324B-30D8-8CD53E3936AF}"/>
              </a:ext>
            </a:extLst>
          </p:cNvPr>
          <p:cNvSpPr txBox="1"/>
          <p:nvPr/>
        </p:nvSpPr>
        <p:spPr>
          <a:xfrm>
            <a:off x="3856241" y="2124894"/>
            <a:ext cx="195438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业</a:t>
            </a:r>
            <a:endParaRPr lang="en-US" altLang="zh-CN" sz="2000" dirty="0">
              <a:latin typeface="+mn-ea"/>
            </a:endParaRPr>
          </a:p>
          <a:p>
            <a:r>
              <a:rPr lang="zh-CN" altLang="en-US" sz="2000" dirty="0">
                <a:latin typeface="+mn-ea"/>
              </a:rPr>
              <a:t>“</a:t>
            </a:r>
            <a:r>
              <a:rPr lang="zh-CN" altLang="en-US" dirty="0"/>
              <a:t>丵</a:t>
            </a:r>
            <a:r>
              <a:rPr lang="zh-CN" altLang="en-US" sz="2000" dirty="0">
                <a:latin typeface="+mn-ea"/>
              </a:rPr>
              <a:t>”简并至此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A9761FE-0FD6-CDA8-6CBB-15AD092C3E29}"/>
              </a:ext>
            </a:extLst>
          </p:cNvPr>
          <p:cNvSpPr txBox="1"/>
          <p:nvPr/>
        </p:nvSpPr>
        <p:spPr>
          <a:xfrm>
            <a:off x="3856241" y="1739329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1D12153-4B39-1411-5C31-B8BE2A6464A2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5EFAAF8-5691-43D0-69FA-D60955DD3298}"/>
              </a:ext>
            </a:extLst>
          </p:cNvPr>
          <p:cNvSpPr txBox="1"/>
          <p:nvPr/>
        </p:nvSpPr>
        <p:spPr>
          <a:xfrm>
            <a:off x="6100594" y="1801729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凿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zk2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y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75F185A-BAAA-A9DE-6696-CA09BDD78411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业</a:t>
            </a:r>
          </a:p>
        </p:txBody>
      </p:sp>
    </p:spTree>
    <p:extLst>
      <p:ext uri="{BB962C8B-B14F-4D97-AF65-F5344CB8AC3E}">
        <p14:creationId xmlns:p14="http://schemas.microsoft.com/office/powerpoint/2010/main" val="15379989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C02AD7-0581-0B98-5E6A-5BE5B3FE13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DAF66A5F-C1B0-4F3C-293E-B47B32116EF5}"/>
              </a:ext>
            </a:extLst>
          </p:cNvPr>
          <p:cNvSpPr txBox="1">
            <a:spLocks/>
          </p:cNvSpPr>
          <p:nvPr/>
        </p:nvSpPr>
        <p:spPr>
          <a:xfrm>
            <a:off x="1044472" y="49978"/>
            <a:ext cx="7127928" cy="964409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matte">
              <a:bevelT w="12700" h="127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lang="zh-CN" altLang="en-US" sz="4400" b="0" kern="1200" spc="50">
                <a:ln w="12700">
                  <a:noFill/>
                  <a:prstDash val="solid"/>
                </a:ln>
                <a:solidFill>
                  <a:schemeClr val="accent4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latinLnBrk="0" hangingPunct="1">
              <a:defRPr kumimoji="0">
                <a:solidFill>
                  <a:schemeClr val="tx2"/>
                </a:solidFill>
              </a:defRPr>
            </a:lvl2pPr>
            <a:lvl3pPr eaLnBrk="1" latinLnBrk="0" hangingPunct="1">
              <a:defRPr kumimoji="0">
                <a:solidFill>
                  <a:schemeClr val="tx2"/>
                </a:solidFill>
              </a:defRPr>
            </a:lvl3pPr>
            <a:lvl4pPr eaLnBrk="1" latinLnBrk="0" hangingPunct="1">
              <a:defRPr kumimoji="0">
                <a:solidFill>
                  <a:schemeClr val="tx2"/>
                </a:solidFill>
              </a:defRPr>
            </a:lvl4pPr>
            <a:lvl5pPr eaLnBrk="1" latinLnBrk="0" hangingPunct="1">
              <a:defRPr kumimoji="0">
                <a:solidFill>
                  <a:schemeClr val="tx2"/>
                </a:solidFill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Y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 sz="3600" kern="1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言酉月鱼衣尢聿业</a:t>
            </a:r>
            <a:r>
              <a:rPr lang="zh-CN" altLang="zh-CN" sz="3600" kern="1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羽</a:t>
            </a:r>
            <a:r>
              <a:rPr lang="zh-CN" altLang="zh-CN" sz="3600" kern="100" dirty="0">
                <a:solidFill>
                  <a:srgbClr val="EE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黾</a:t>
            </a:r>
            <a:r>
              <a:rPr lang="zh-CN" altLang="zh-CN" sz="36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音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9337225-0E40-1547-D298-08AACA00825E}"/>
              </a:ext>
            </a:extLst>
          </p:cNvPr>
          <p:cNvSpPr txBox="1"/>
          <p:nvPr/>
        </p:nvSpPr>
        <p:spPr>
          <a:xfrm>
            <a:off x="1259632" y="3789040"/>
            <a:ext cx="898003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yx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01490E7-0EEA-C9EB-C4EB-1366B56B8217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3BD5ED7-CD88-75B5-D7CA-3F171FCFE50D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38647EC-3A09-9E56-4143-280362E82A62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87E51AE-47AC-A667-2C33-94B113BF5692}"/>
              </a:ext>
            </a:extLst>
          </p:cNvPr>
          <p:cNvSpPr txBox="1"/>
          <p:nvPr/>
        </p:nvSpPr>
        <p:spPr>
          <a:xfrm>
            <a:off x="3864323" y="342900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83FCFE9-EE04-E960-F206-7AB0C3BC4D8B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35293E2D-EC16-0569-A5E8-4DF5326A354A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45AC5488-4C95-79D0-F27C-DEFC10CAEC6C}"/>
              </a:ext>
            </a:extLst>
          </p:cNvPr>
          <p:cNvSpPr txBox="1"/>
          <p:nvPr/>
        </p:nvSpPr>
        <p:spPr>
          <a:xfrm>
            <a:off x="3856241" y="2124894"/>
            <a:ext cx="15953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羽（</a:t>
            </a:r>
            <a:r>
              <a:rPr lang="en-US" altLang="zh-CN" sz="2000" dirty="0">
                <a:latin typeface="+mn-ea"/>
              </a:rPr>
              <a:t>yu3bx</a:t>
            </a:r>
            <a:r>
              <a:rPr lang="zh-CN" altLang="en-US" sz="2000" dirty="0">
                <a:latin typeface="+mn-ea"/>
              </a:rPr>
              <a:t>）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E960E7B-E65A-C8AC-9F3A-0A8A5C6A4DEE}"/>
              </a:ext>
            </a:extLst>
          </p:cNvPr>
          <p:cNvSpPr txBox="1"/>
          <p:nvPr/>
        </p:nvSpPr>
        <p:spPr>
          <a:xfrm>
            <a:off x="3856241" y="1739329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749CF26-FBF1-41C4-7075-B181E593A4E6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FC2767F-19D0-13BB-26EA-02B938A6A2ED}"/>
              </a:ext>
            </a:extLst>
          </p:cNvPr>
          <p:cNvSpPr txBox="1"/>
          <p:nvPr/>
        </p:nvSpPr>
        <p:spPr>
          <a:xfrm>
            <a:off x="6100594" y="1801729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翰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hj4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y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BDB9E3D-FDE7-5613-C17F-95E867F47ADB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羽</a:t>
            </a:r>
          </a:p>
        </p:txBody>
      </p:sp>
    </p:spTree>
    <p:extLst>
      <p:ext uri="{BB962C8B-B14F-4D97-AF65-F5344CB8AC3E}">
        <p14:creationId xmlns:p14="http://schemas.microsoft.com/office/powerpoint/2010/main" val="12756096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CCD92B-EE26-F884-5D6A-7BB62D7388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DF596800-50B9-1BA1-5CEB-E5C77FA0C9E4}"/>
              </a:ext>
            </a:extLst>
          </p:cNvPr>
          <p:cNvSpPr txBox="1">
            <a:spLocks/>
          </p:cNvSpPr>
          <p:nvPr/>
        </p:nvSpPr>
        <p:spPr>
          <a:xfrm>
            <a:off x="1044472" y="49978"/>
            <a:ext cx="7127928" cy="964409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matte">
              <a:bevelT w="12700" h="127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lang="zh-CN" altLang="en-US" sz="4400" b="0" kern="1200" spc="50">
                <a:ln w="12700">
                  <a:noFill/>
                  <a:prstDash val="solid"/>
                </a:ln>
                <a:solidFill>
                  <a:schemeClr val="accent4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latinLnBrk="0" hangingPunct="1">
              <a:defRPr kumimoji="0">
                <a:solidFill>
                  <a:schemeClr val="tx2"/>
                </a:solidFill>
              </a:defRPr>
            </a:lvl2pPr>
            <a:lvl3pPr eaLnBrk="1" latinLnBrk="0" hangingPunct="1">
              <a:defRPr kumimoji="0">
                <a:solidFill>
                  <a:schemeClr val="tx2"/>
                </a:solidFill>
              </a:defRPr>
            </a:lvl3pPr>
            <a:lvl4pPr eaLnBrk="1" latinLnBrk="0" hangingPunct="1">
              <a:defRPr kumimoji="0">
                <a:solidFill>
                  <a:schemeClr val="tx2"/>
                </a:solidFill>
              </a:defRPr>
            </a:lvl4pPr>
            <a:lvl5pPr eaLnBrk="1" latinLnBrk="0" hangingPunct="1">
              <a:defRPr kumimoji="0">
                <a:solidFill>
                  <a:schemeClr val="tx2"/>
                </a:solidFill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Y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 sz="3600" kern="1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言酉月鱼衣尢聿业羽</a:t>
            </a:r>
            <a:r>
              <a:rPr lang="zh-CN" altLang="zh-CN" sz="3600" kern="1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黾</a:t>
            </a:r>
            <a:r>
              <a:rPr lang="zh-CN" altLang="zh-CN" sz="36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音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716E22B-9D87-197E-4A3D-398661C72A87}"/>
              </a:ext>
            </a:extLst>
          </p:cNvPr>
          <p:cNvSpPr txBox="1"/>
          <p:nvPr/>
        </p:nvSpPr>
        <p:spPr>
          <a:xfrm>
            <a:off x="1259632" y="3789040"/>
            <a:ext cx="894797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yk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7C6D45C-7D64-C76B-BB70-0D53A95324FA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04FB3B2-98B6-0382-A3B4-ECEAA5E9B326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C96A6E3-22EE-C10B-1923-3E63722956CD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CFA8EF7-33E9-A823-6607-822C9D03F5C8}"/>
              </a:ext>
            </a:extLst>
          </p:cNvPr>
          <p:cNvSpPr txBox="1"/>
          <p:nvPr/>
        </p:nvSpPr>
        <p:spPr>
          <a:xfrm>
            <a:off x="3864323" y="342900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F0DE9CE-C083-5572-357F-0355635F67C9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9443E54E-836E-AB08-0E37-0BE6C83B254F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4BDEA5CE-755F-DB35-FFA8-6FA7C9508EA1}"/>
              </a:ext>
            </a:extLst>
          </p:cNvPr>
          <p:cNvSpPr txBox="1"/>
          <p:nvPr/>
        </p:nvSpPr>
        <p:spPr>
          <a:xfrm>
            <a:off x="3856241" y="2124894"/>
            <a:ext cx="82586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meng3</a:t>
            </a:r>
          </a:p>
          <a:p>
            <a:r>
              <a:rPr lang="zh-CN" altLang="en-US" sz="2000" dirty="0">
                <a:latin typeface="+mn-ea"/>
              </a:rPr>
              <a:t>蝇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EC2A282-0B61-A895-5D56-122E33ABEBC1}"/>
              </a:ext>
            </a:extLst>
          </p:cNvPr>
          <p:cNvSpPr txBox="1"/>
          <p:nvPr/>
        </p:nvSpPr>
        <p:spPr>
          <a:xfrm>
            <a:off x="3856241" y="1739329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800000"/>
                </a:highlight>
                <a:latin typeface="得意黑" pitchFamily="2" charset="-122"/>
                <a:ea typeface="得意黑" pitchFamily="2" charset="-122"/>
              </a:rPr>
              <a:t>别码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7C4A7A7-401D-6986-102A-704722BF500A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6A62C87-ECDD-E709-E4C4-510F6AC9A6C5}"/>
              </a:ext>
            </a:extLst>
          </p:cNvPr>
          <p:cNvSpPr txBox="1"/>
          <p:nvPr/>
        </p:nvSpPr>
        <p:spPr>
          <a:xfrm>
            <a:off x="6100594" y="1801729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鼍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to2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y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8F087FC-152B-9C66-E1E3-0049F431AA7A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黾</a:t>
            </a:r>
          </a:p>
        </p:txBody>
      </p:sp>
    </p:spTree>
    <p:extLst>
      <p:ext uri="{BB962C8B-B14F-4D97-AF65-F5344CB8AC3E}">
        <p14:creationId xmlns:p14="http://schemas.microsoft.com/office/powerpoint/2010/main" val="29486467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20D88B-4F91-63A9-292A-1D36EC6744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B8219CBD-FF00-DF70-723C-DBF04A31C65C}"/>
              </a:ext>
            </a:extLst>
          </p:cNvPr>
          <p:cNvSpPr txBox="1">
            <a:spLocks/>
          </p:cNvSpPr>
          <p:nvPr/>
        </p:nvSpPr>
        <p:spPr>
          <a:xfrm>
            <a:off x="1044472" y="49978"/>
            <a:ext cx="7127928" cy="964409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matte">
              <a:bevelT w="12700" h="127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lang="zh-CN" altLang="en-US" sz="4400" b="0" kern="1200" spc="50">
                <a:ln w="12700">
                  <a:noFill/>
                  <a:prstDash val="solid"/>
                </a:ln>
                <a:solidFill>
                  <a:schemeClr val="accent4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latinLnBrk="0" hangingPunct="1">
              <a:defRPr kumimoji="0">
                <a:solidFill>
                  <a:schemeClr val="tx2"/>
                </a:solidFill>
              </a:defRPr>
            </a:lvl2pPr>
            <a:lvl3pPr eaLnBrk="1" latinLnBrk="0" hangingPunct="1">
              <a:defRPr kumimoji="0">
                <a:solidFill>
                  <a:schemeClr val="tx2"/>
                </a:solidFill>
              </a:defRPr>
            </a:lvl3pPr>
            <a:lvl4pPr eaLnBrk="1" latinLnBrk="0" hangingPunct="1">
              <a:defRPr kumimoji="0">
                <a:solidFill>
                  <a:schemeClr val="tx2"/>
                </a:solidFill>
              </a:defRPr>
            </a:lvl4pPr>
            <a:lvl5pPr eaLnBrk="1" latinLnBrk="0" hangingPunct="1">
              <a:defRPr kumimoji="0">
                <a:solidFill>
                  <a:schemeClr val="tx2"/>
                </a:solidFill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Y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 sz="3600" kern="1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言酉月鱼衣尢聿业羽</a:t>
            </a:r>
            <a:r>
              <a:rPr lang="zh-CN" altLang="zh-CN" sz="3600" kern="1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黾</a:t>
            </a:r>
            <a:r>
              <a:rPr lang="zh-CN" altLang="zh-CN" sz="3600" kern="1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音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0F24870-4B9F-E5D7-C615-8FD2B1B5CA76}"/>
              </a:ext>
            </a:extLst>
          </p:cNvPr>
          <p:cNvSpPr txBox="1"/>
          <p:nvPr/>
        </p:nvSpPr>
        <p:spPr>
          <a:xfrm>
            <a:off x="1259632" y="3789040"/>
            <a:ext cx="936475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yn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78890C5-0044-420B-244E-A045717C63EE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7B5775B-FA63-1DF6-006A-95BEC3BC65DF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D8B0537-725B-0FF6-F15E-999E41A274C1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C44EA5A-F4F3-0A45-365F-AA55214E3188}"/>
              </a:ext>
            </a:extLst>
          </p:cNvPr>
          <p:cNvSpPr txBox="1"/>
          <p:nvPr/>
        </p:nvSpPr>
        <p:spPr>
          <a:xfrm>
            <a:off x="3864323" y="342900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F02626D-0E25-B7A6-2033-B7F0E07877BF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0E307E69-11C2-53A2-4FAB-3AF6B72F2527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704F2B8B-DE02-DFDE-5271-0BC91E07B2A1}"/>
              </a:ext>
            </a:extLst>
          </p:cNvPr>
          <p:cNvSpPr txBox="1"/>
          <p:nvPr/>
        </p:nvSpPr>
        <p:spPr>
          <a:xfrm>
            <a:off x="3856241" y="2124894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音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6A74407-5414-12F3-0717-361586C07239}"/>
              </a:ext>
            </a:extLst>
          </p:cNvPr>
          <p:cNvSpPr txBox="1"/>
          <p:nvPr/>
        </p:nvSpPr>
        <p:spPr>
          <a:xfrm>
            <a:off x="3856241" y="1739329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D53288B-83E7-53B9-2C7E-AB652D31CFCC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58C9FCB-F2DC-DCB1-2F64-4B7F8703A4C9}"/>
              </a:ext>
            </a:extLst>
          </p:cNvPr>
          <p:cNvSpPr txBox="1"/>
          <p:nvPr/>
        </p:nvSpPr>
        <p:spPr>
          <a:xfrm>
            <a:off x="6100594" y="1801729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韶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uk2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y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A9E524D-E2EA-F13E-71AF-701F74EC4E1B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音</a:t>
            </a:r>
          </a:p>
        </p:txBody>
      </p:sp>
    </p:spTree>
    <p:extLst>
      <p:ext uri="{BB962C8B-B14F-4D97-AF65-F5344CB8AC3E}">
        <p14:creationId xmlns:p14="http://schemas.microsoft.com/office/powerpoint/2010/main" val="4146617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BA70E9-FC2E-D719-57D9-44A2C05033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B7F188E0-8ECB-CE81-6767-66B0B6215C61}"/>
              </a:ext>
            </a:extLst>
          </p:cNvPr>
          <p:cNvSpPr txBox="1">
            <a:spLocks/>
          </p:cNvSpPr>
          <p:nvPr/>
        </p:nvSpPr>
        <p:spPr>
          <a:xfrm>
            <a:off x="1044472" y="49978"/>
            <a:ext cx="7127928" cy="964409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matte">
              <a:bevelT w="12700" h="127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lang="zh-CN" altLang="en-US" sz="4400" b="0" kern="1200" spc="50">
                <a:ln w="12700">
                  <a:noFill/>
                  <a:prstDash val="solid"/>
                </a:ln>
                <a:solidFill>
                  <a:schemeClr val="accent4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latinLnBrk="0" hangingPunct="1">
              <a:defRPr kumimoji="0">
                <a:solidFill>
                  <a:schemeClr val="tx2"/>
                </a:solidFill>
              </a:defRPr>
            </a:lvl2pPr>
            <a:lvl3pPr eaLnBrk="1" latinLnBrk="0" hangingPunct="1">
              <a:defRPr kumimoji="0">
                <a:solidFill>
                  <a:schemeClr val="tx2"/>
                </a:solidFill>
              </a:defRPr>
            </a:lvl3pPr>
            <a:lvl4pPr eaLnBrk="1" latinLnBrk="0" hangingPunct="1">
              <a:defRPr kumimoji="0">
                <a:solidFill>
                  <a:schemeClr val="tx2"/>
                </a:solidFill>
              </a:defRPr>
            </a:lvl4pPr>
            <a:lvl5pPr eaLnBrk="1" latinLnBrk="0" hangingPunct="1">
              <a:defRPr kumimoji="0">
                <a:solidFill>
                  <a:schemeClr val="tx2"/>
                </a:solidFill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Z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 sz="3600" kern="100" dirty="0">
                <a:solidFill>
                  <a:srgbClr val="EE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辶竹</a:t>
            </a:r>
            <a:r>
              <a:rPr lang="zh-CN" altLang="zh-CN" sz="36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足子自走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3D86E8E-F3CB-7349-5956-93AF34B6A4E0}"/>
              </a:ext>
            </a:extLst>
          </p:cNvPr>
          <p:cNvSpPr txBox="1"/>
          <p:nvPr/>
        </p:nvSpPr>
        <p:spPr>
          <a:xfrm>
            <a:off x="1259632" y="3789040"/>
            <a:ext cx="869149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zv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C012396-3906-35E2-ED10-C271B5DB589B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8E2688D-B27B-5B1C-76E5-27BE5273C137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CE41EEE-FF6E-6BE3-C943-204CD04E4F53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F9BC5F9-180C-142C-95BF-066D3E288092}"/>
              </a:ext>
            </a:extLst>
          </p:cNvPr>
          <p:cNvSpPr txBox="1"/>
          <p:nvPr/>
        </p:nvSpPr>
        <p:spPr>
          <a:xfrm>
            <a:off x="3864323" y="342900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8D1E987-31F0-B5FB-72A5-3CAC839DB056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84E45E3E-C7CA-4D8C-EE1E-1D33723B772F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14FD458F-C5B7-9534-2966-F06FCD1DB8FD}"/>
              </a:ext>
            </a:extLst>
          </p:cNvPr>
          <p:cNvSpPr txBox="1"/>
          <p:nvPr/>
        </p:nvSpPr>
        <p:spPr>
          <a:xfrm>
            <a:off x="3856241" y="2124894"/>
            <a:ext cx="159530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走之</a:t>
            </a:r>
            <a:endParaRPr lang="en-US" altLang="zh-CN" sz="2000" dirty="0">
              <a:latin typeface="+mn-ea"/>
            </a:endParaRPr>
          </a:p>
          <a:p>
            <a:r>
              <a:rPr lang="zh-CN" altLang="en-US" sz="2000" dirty="0">
                <a:latin typeface="+mn-ea"/>
              </a:rPr>
              <a:t>（辵</a:t>
            </a:r>
            <a:r>
              <a:rPr lang="en-US" altLang="zh-CN" sz="2000" dirty="0">
                <a:latin typeface="+mn-ea"/>
              </a:rPr>
              <a:t>chuo4</a:t>
            </a:r>
            <a:r>
              <a:rPr lang="zh-CN" altLang="en-US" sz="2000" dirty="0">
                <a:latin typeface="+mn-ea"/>
              </a:rPr>
              <a:t>）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BF072FC-5610-43CD-83D1-16D5575EC116}"/>
              </a:ext>
            </a:extLst>
          </p:cNvPr>
          <p:cNvSpPr txBox="1"/>
          <p:nvPr/>
        </p:nvSpPr>
        <p:spPr>
          <a:xfrm>
            <a:off x="3856241" y="1739329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800000"/>
                </a:highlight>
                <a:latin typeface="得意黑" pitchFamily="2" charset="-122"/>
                <a:ea typeface="得意黑" pitchFamily="2" charset="-122"/>
              </a:rPr>
              <a:t>别码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422774A-4F27-387E-412B-A2F32480C9AD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0CB8575-CD24-0E6B-1E01-4848087DCB5E}"/>
              </a:ext>
            </a:extLst>
          </p:cNvPr>
          <p:cNvSpPr txBox="1"/>
          <p:nvPr/>
        </p:nvSpPr>
        <p:spPr>
          <a:xfrm>
            <a:off x="6100594" y="1801729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逸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yi4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z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480FB70-CFB9-F01F-ED35-473F45EAF73D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辶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14D80994-ABD8-E552-55B7-FD89B5AAF8E3}"/>
              </a:ext>
            </a:extLst>
          </p:cNvPr>
          <p:cNvSpPr txBox="1">
            <a:spLocks/>
          </p:cNvSpPr>
          <p:nvPr/>
        </p:nvSpPr>
        <p:spPr>
          <a:xfrm>
            <a:off x="1043607" y="49978"/>
            <a:ext cx="7127928" cy="964409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matte">
              <a:bevelT w="12700" h="127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lang="zh-CN" altLang="en-US" sz="4400" b="0" kern="1200" spc="50">
                <a:ln w="12700">
                  <a:noFill/>
                  <a:prstDash val="solid"/>
                </a:ln>
                <a:solidFill>
                  <a:schemeClr val="accent4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latinLnBrk="0" hangingPunct="1">
              <a:defRPr kumimoji="0">
                <a:solidFill>
                  <a:schemeClr val="tx2"/>
                </a:solidFill>
              </a:defRPr>
            </a:lvl2pPr>
            <a:lvl3pPr eaLnBrk="1" latinLnBrk="0" hangingPunct="1">
              <a:defRPr kumimoji="0">
                <a:solidFill>
                  <a:schemeClr val="tx2"/>
                </a:solidFill>
              </a:defRPr>
            </a:lvl3pPr>
            <a:lvl4pPr eaLnBrk="1" latinLnBrk="0" hangingPunct="1">
              <a:defRPr kumimoji="0">
                <a:solidFill>
                  <a:schemeClr val="tx2"/>
                </a:solidFill>
              </a:defRPr>
            </a:lvl4pPr>
            <a:lvl5pPr eaLnBrk="1" latinLnBrk="0" hangingPunct="1">
              <a:defRPr kumimoji="0">
                <a:solidFill>
                  <a:schemeClr val="tx2"/>
                </a:solidFill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Z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 sz="3600" kern="1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辶</a:t>
            </a:r>
            <a:r>
              <a:rPr lang="zh-CN" altLang="zh-CN" sz="3600" kern="100" dirty="0">
                <a:solidFill>
                  <a:srgbClr val="EE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竹</a:t>
            </a:r>
            <a:r>
              <a:rPr lang="zh-CN" altLang="zh-CN" sz="36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足子自走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855400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E78703-1E5D-3ED6-B3FF-2B92631319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884CFB2B-38BC-4E22-A822-AF02243175AB}"/>
              </a:ext>
            </a:extLst>
          </p:cNvPr>
          <p:cNvSpPr txBox="1">
            <a:spLocks/>
          </p:cNvSpPr>
          <p:nvPr/>
        </p:nvSpPr>
        <p:spPr>
          <a:xfrm>
            <a:off x="1044472" y="49978"/>
            <a:ext cx="7127928" cy="964409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matte">
              <a:bevelT w="12700" h="127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lang="zh-CN" altLang="en-US" sz="4400" b="0" kern="1200" spc="50">
                <a:ln w="12700">
                  <a:noFill/>
                  <a:prstDash val="solid"/>
                </a:ln>
                <a:solidFill>
                  <a:schemeClr val="accent4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latinLnBrk="0" hangingPunct="1">
              <a:defRPr kumimoji="0">
                <a:solidFill>
                  <a:schemeClr val="tx2"/>
                </a:solidFill>
              </a:defRPr>
            </a:lvl2pPr>
            <a:lvl3pPr eaLnBrk="1" latinLnBrk="0" hangingPunct="1">
              <a:defRPr kumimoji="0">
                <a:solidFill>
                  <a:schemeClr val="tx2"/>
                </a:solidFill>
              </a:defRPr>
            </a:lvl3pPr>
            <a:lvl4pPr eaLnBrk="1" latinLnBrk="0" hangingPunct="1">
              <a:defRPr kumimoji="0">
                <a:solidFill>
                  <a:schemeClr val="tx2"/>
                </a:solidFill>
              </a:defRPr>
            </a:lvl4pPr>
            <a:lvl5pPr eaLnBrk="1" latinLnBrk="0" hangingPunct="1">
              <a:defRPr kumimoji="0">
                <a:solidFill>
                  <a:schemeClr val="tx2"/>
                </a:solidFill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Z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 sz="3600" kern="100" dirty="0">
                <a:solidFill>
                  <a:srgbClr val="EE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辶</a:t>
            </a:r>
            <a:r>
              <a:rPr lang="zh-CN" altLang="zh-CN" sz="3600" kern="1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竹</a:t>
            </a:r>
            <a:r>
              <a:rPr lang="zh-CN" altLang="zh-CN" sz="36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足子自走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EC75F55-7AAB-8F37-98DB-DD64074F4A37}"/>
              </a:ext>
            </a:extLst>
          </p:cNvPr>
          <p:cNvSpPr txBox="1"/>
          <p:nvPr/>
        </p:nvSpPr>
        <p:spPr>
          <a:xfrm>
            <a:off x="1259632" y="3789040"/>
            <a:ext cx="745717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zr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5214983-31AC-D90C-2BDC-186782998778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390C1A9-B60A-5AE1-2B9E-0B2573558D12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36D5882-E9F3-89D0-2326-38E555D0F5CE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D51BE5C-0394-BEC2-FFD6-CA2AF695A0E4}"/>
              </a:ext>
            </a:extLst>
          </p:cNvPr>
          <p:cNvSpPr txBox="1"/>
          <p:nvPr/>
        </p:nvSpPr>
        <p:spPr>
          <a:xfrm>
            <a:off x="3864323" y="342900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4D0AF36-A6C2-36B6-6DC8-55F8D5D60D89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8B890A9D-5D81-3B7B-D916-8EBE0989A66E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A68BB8A4-5356-EDD7-4149-64E759E429C4}"/>
              </a:ext>
            </a:extLst>
          </p:cNvPr>
          <p:cNvSpPr txBox="1"/>
          <p:nvPr/>
        </p:nvSpPr>
        <p:spPr>
          <a:xfrm>
            <a:off x="3856241" y="2124894"/>
            <a:ext cx="133882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竹</a:t>
            </a:r>
            <a:r>
              <a:rPr lang="zh-CN" altLang="en-US" dirty="0"/>
              <a:t>𥫗</a:t>
            </a:r>
            <a:endParaRPr lang="en-US" altLang="zh-CN" dirty="0"/>
          </a:p>
          <a:p>
            <a:r>
              <a:rPr lang="en-US" altLang="zh-CN" sz="2000" dirty="0" err="1">
                <a:latin typeface="+mn-ea"/>
              </a:rPr>
              <a:t>zh</a:t>
            </a:r>
            <a:r>
              <a:rPr lang="zh-CN" altLang="en-US" sz="2000" dirty="0">
                <a:latin typeface="+mn-ea"/>
              </a:rPr>
              <a:t>迁移至</a:t>
            </a:r>
            <a:r>
              <a:rPr lang="en-US" altLang="zh-CN" sz="2000" dirty="0">
                <a:latin typeface="+mn-ea"/>
              </a:rPr>
              <a:t>z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AFB930C-C3E5-98B1-25C4-0E2A43FD90C1}"/>
              </a:ext>
            </a:extLst>
          </p:cNvPr>
          <p:cNvSpPr txBox="1"/>
          <p:nvPr/>
        </p:nvSpPr>
        <p:spPr>
          <a:xfrm>
            <a:off x="3856241" y="1739329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800000"/>
                </a:highlight>
                <a:latin typeface="得意黑" pitchFamily="2" charset="-122"/>
                <a:ea typeface="得意黑" pitchFamily="2" charset="-122"/>
              </a:rPr>
              <a:t>别码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46F90A6-57DA-BC28-AC40-D84EA1D38037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9708D4B-3337-9D40-0F34-D66BC2AEB5C9}"/>
              </a:ext>
            </a:extLst>
          </p:cNvPr>
          <p:cNvSpPr txBox="1"/>
          <p:nvPr/>
        </p:nvSpPr>
        <p:spPr>
          <a:xfrm>
            <a:off x="6100594" y="1801729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笛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di2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z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81F7DC9-53AF-475A-9AA0-9CCC43644CD5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竹</a:t>
            </a:r>
          </a:p>
        </p:txBody>
      </p:sp>
    </p:spTree>
    <p:extLst>
      <p:ext uri="{BB962C8B-B14F-4D97-AF65-F5344CB8AC3E}">
        <p14:creationId xmlns:p14="http://schemas.microsoft.com/office/powerpoint/2010/main" val="11407254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291D4C-A434-9B44-8373-6F8F56016B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FBA1816C-3BF4-ADB1-83B6-B48E4A9483E5}"/>
              </a:ext>
            </a:extLst>
          </p:cNvPr>
          <p:cNvSpPr txBox="1">
            <a:spLocks/>
          </p:cNvSpPr>
          <p:nvPr/>
        </p:nvSpPr>
        <p:spPr>
          <a:xfrm>
            <a:off x="1044472" y="49978"/>
            <a:ext cx="7127928" cy="964409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matte">
              <a:bevelT w="12700" h="127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lang="zh-CN" altLang="en-US" sz="4400" b="0" kern="1200" spc="50">
                <a:ln w="12700">
                  <a:noFill/>
                  <a:prstDash val="solid"/>
                </a:ln>
                <a:solidFill>
                  <a:schemeClr val="accent4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latinLnBrk="0" hangingPunct="1">
              <a:defRPr kumimoji="0">
                <a:solidFill>
                  <a:schemeClr val="tx2"/>
                </a:solidFill>
              </a:defRPr>
            </a:lvl2pPr>
            <a:lvl3pPr eaLnBrk="1" latinLnBrk="0" hangingPunct="1">
              <a:defRPr kumimoji="0">
                <a:solidFill>
                  <a:schemeClr val="tx2"/>
                </a:solidFill>
              </a:defRPr>
            </a:lvl3pPr>
            <a:lvl4pPr eaLnBrk="1" latinLnBrk="0" hangingPunct="1">
              <a:defRPr kumimoji="0">
                <a:solidFill>
                  <a:schemeClr val="tx2"/>
                </a:solidFill>
              </a:defRPr>
            </a:lvl4pPr>
            <a:lvl5pPr eaLnBrk="1" latinLnBrk="0" hangingPunct="1">
              <a:defRPr kumimoji="0">
                <a:solidFill>
                  <a:schemeClr val="tx2"/>
                </a:solidFill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Z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 sz="3600" kern="100" dirty="0">
                <a:solidFill>
                  <a:srgbClr val="EE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辶</a:t>
            </a:r>
            <a:r>
              <a:rPr lang="zh-CN" altLang="zh-CN" sz="3600" kern="1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竹</a:t>
            </a:r>
            <a:r>
              <a:rPr lang="zh-CN" altLang="zh-CN" sz="3600" kern="1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足</a:t>
            </a:r>
            <a:r>
              <a:rPr lang="zh-CN" altLang="zh-CN" sz="36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子自走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CB69E1A-8D55-B226-5909-3EB7A6453208}"/>
              </a:ext>
            </a:extLst>
          </p:cNvPr>
          <p:cNvSpPr txBox="1"/>
          <p:nvPr/>
        </p:nvSpPr>
        <p:spPr>
          <a:xfrm>
            <a:off x="1259632" y="3789040"/>
            <a:ext cx="873957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zu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C781B3B-9A71-DD34-98C2-8FB577E394DF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25DB738-7B8C-027E-F123-0718FCE3DB90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5BFC4BD-6B26-F964-443B-8A854ED6C511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E86DBAC-50BA-C96E-955E-B20B921BFC00}"/>
              </a:ext>
            </a:extLst>
          </p:cNvPr>
          <p:cNvSpPr txBox="1"/>
          <p:nvPr/>
        </p:nvSpPr>
        <p:spPr>
          <a:xfrm>
            <a:off x="3864323" y="342900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77AA5FF-0A16-509B-006B-DD8D38511011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0DE86F9B-D3D2-D3E5-30E2-07DD2018A65B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1F18074C-81B3-A51F-5124-A97F33B15517}"/>
              </a:ext>
            </a:extLst>
          </p:cNvPr>
          <p:cNvSpPr txBox="1"/>
          <p:nvPr/>
        </p:nvSpPr>
        <p:spPr>
          <a:xfrm>
            <a:off x="3856241" y="2124894"/>
            <a:ext cx="6719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足</a:t>
            </a:r>
            <a:r>
              <a:rPr lang="zh-CN" altLang="en-US" dirty="0"/>
              <a:t>𧾷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18E5213-9D56-F545-84F4-E925FCE87F4F}"/>
              </a:ext>
            </a:extLst>
          </p:cNvPr>
          <p:cNvSpPr txBox="1"/>
          <p:nvPr/>
        </p:nvSpPr>
        <p:spPr>
          <a:xfrm>
            <a:off x="3856241" y="1739329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04617A7-3DDB-5463-9F6A-2501209B6393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03CC6A1-01DA-11C7-9540-42883D68E4DB}"/>
              </a:ext>
            </a:extLst>
          </p:cNvPr>
          <p:cNvSpPr txBox="1"/>
          <p:nvPr/>
        </p:nvSpPr>
        <p:spPr>
          <a:xfrm>
            <a:off x="6100594" y="1801729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跳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tc4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z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5773D9F-D586-0BF8-76A6-E7729034445A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足</a:t>
            </a:r>
          </a:p>
        </p:txBody>
      </p:sp>
    </p:spTree>
    <p:extLst>
      <p:ext uri="{BB962C8B-B14F-4D97-AF65-F5344CB8AC3E}">
        <p14:creationId xmlns:p14="http://schemas.microsoft.com/office/powerpoint/2010/main" val="39619842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3CDC3D-52AF-ECF1-3510-F53E3AB0E1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23108CC2-A4EE-EE1F-E8B1-9AD5249140A1}"/>
              </a:ext>
            </a:extLst>
          </p:cNvPr>
          <p:cNvSpPr txBox="1">
            <a:spLocks/>
          </p:cNvSpPr>
          <p:nvPr/>
        </p:nvSpPr>
        <p:spPr>
          <a:xfrm>
            <a:off x="1044472" y="49978"/>
            <a:ext cx="7127928" cy="964409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matte">
              <a:bevelT w="12700" h="127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lang="zh-CN" altLang="en-US" sz="4400" b="0" kern="1200" spc="50">
                <a:ln w="12700">
                  <a:noFill/>
                  <a:prstDash val="solid"/>
                </a:ln>
                <a:solidFill>
                  <a:schemeClr val="accent4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latinLnBrk="0" hangingPunct="1">
              <a:defRPr kumimoji="0">
                <a:solidFill>
                  <a:schemeClr val="tx2"/>
                </a:solidFill>
              </a:defRPr>
            </a:lvl2pPr>
            <a:lvl3pPr eaLnBrk="1" latinLnBrk="0" hangingPunct="1">
              <a:defRPr kumimoji="0">
                <a:solidFill>
                  <a:schemeClr val="tx2"/>
                </a:solidFill>
              </a:defRPr>
            </a:lvl3pPr>
            <a:lvl4pPr eaLnBrk="1" latinLnBrk="0" hangingPunct="1">
              <a:defRPr kumimoji="0">
                <a:solidFill>
                  <a:schemeClr val="tx2"/>
                </a:solidFill>
              </a:defRPr>
            </a:lvl4pPr>
            <a:lvl5pPr eaLnBrk="1" latinLnBrk="0" hangingPunct="1">
              <a:defRPr kumimoji="0">
                <a:solidFill>
                  <a:schemeClr val="tx2"/>
                </a:solidFill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Z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 sz="3600" kern="100" dirty="0">
                <a:solidFill>
                  <a:srgbClr val="EE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辶</a:t>
            </a:r>
            <a:r>
              <a:rPr lang="zh-CN" altLang="zh-CN" sz="3600" kern="1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竹</a:t>
            </a:r>
            <a:r>
              <a:rPr lang="zh-CN" altLang="zh-CN" sz="3600" kern="1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足</a:t>
            </a:r>
            <a:r>
              <a:rPr lang="zh-CN" altLang="zh-CN" sz="3600" kern="1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子</a:t>
            </a:r>
            <a:r>
              <a:rPr lang="zh-CN" altLang="zh-CN" sz="36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自走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FB7AE62-B873-3200-766F-93A945C780D2}"/>
              </a:ext>
            </a:extLst>
          </p:cNvPr>
          <p:cNvSpPr txBox="1"/>
          <p:nvPr/>
        </p:nvSpPr>
        <p:spPr>
          <a:xfrm>
            <a:off x="1259632" y="3789040"/>
            <a:ext cx="670376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zi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5189340-38D5-87D1-2589-02856BB0DCF0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8BD45DE-2637-A1D2-B5DE-92427C192B06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98F4882-6BEA-EF1A-F3BC-940C39AF4ABA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5C204F8-DCC0-36AD-7ADB-16BCE8C74668}"/>
              </a:ext>
            </a:extLst>
          </p:cNvPr>
          <p:cNvSpPr txBox="1"/>
          <p:nvPr/>
        </p:nvSpPr>
        <p:spPr>
          <a:xfrm>
            <a:off x="3864323" y="342900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CAB0450-E739-DBA9-43F5-2C11779C783C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0C36920A-8173-896A-2C51-7EEC563A7A2C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2EA4247F-4A14-9C94-2FC1-4EA5552F969B}"/>
              </a:ext>
            </a:extLst>
          </p:cNvPr>
          <p:cNvSpPr txBox="1"/>
          <p:nvPr/>
        </p:nvSpPr>
        <p:spPr>
          <a:xfrm>
            <a:off x="3856241" y="2124894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子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1677332-325C-5706-C7C8-E7FCE21CCEEE}"/>
              </a:ext>
            </a:extLst>
          </p:cNvPr>
          <p:cNvSpPr txBox="1"/>
          <p:nvPr/>
        </p:nvSpPr>
        <p:spPr>
          <a:xfrm>
            <a:off x="3856241" y="1739329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8F385EA-7049-A374-056B-94AB7100A099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321C695-B2AC-0576-B80F-35FEBEA45325}"/>
              </a:ext>
            </a:extLst>
          </p:cNvPr>
          <p:cNvSpPr txBox="1"/>
          <p:nvPr/>
        </p:nvSpPr>
        <p:spPr>
          <a:xfrm>
            <a:off x="6100594" y="1801729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孟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mg4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z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21282BA-4F55-C619-AD02-FE0781AD87B5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子</a:t>
            </a:r>
          </a:p>
        </p:txBody>
      </p:sp>
    </p:spTree>
    <p:extLst>
      <p:ext uri="{BB962C8B-B14F-4D97-AF65-F5344CB8AC3E}">
        <p14:creationId xmlns:p14="http://schemas.microsoft.com/office/powerpoint/2010/main" val="33793085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B70345-1DD1-F589-BB72-A0672319D3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80710929-843A-374F-78B4-34D2AC9CAAB1}"/>
              </a:ext>
            </a:extLst>
          </p:cNvPr>
          <p:cNvSpPr txBox="1">
            <a:spLocks/>
          </p:cNvSpPr>
          <p:nvPr/>
        </p:nvSpPr>
        <p:spPr>
          <a:xfrm>
            <a:off x="1044472" y="49978"/>
            <a:ext cx="7127928" cy="964409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matte">
              <a:bevelT w="12700" h="127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lang="zh-CN" altLang="en-US" sz="4400" b="0" kern="1200" spc="50">
                <a:ln w="12700">
                  <a:noFill/>
                  <a:prstDash val="solid"/>
                </a:ln>
                <a:solidFill>
                  <a:schemeClr val="accent4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latinLnBrk="0" hangingPunct="1">
              <a:defRPr kumimoji="0">
                <a:solidFill>
                  <a:schemeClr val="tx2"/>
                </a:solidFill>
              </a:defRPr>
            </a:lvl2pPr>
            <a:lvl3pPr eaLnBrk="1" latinLnBrk="0" hangingPunct="1">
              <a:defRPr kumimoji="0">
                <a:solidFill>
                  <a:schemeClr val="tx2"/>
                </a:solidFill>
              </a:defRPr>
            </a:lvl3pPr>
            <a:lvl4pPr eaLnBrk="1" latinLnBrk="0" hangingPunct="1">
              <a:defRPr kumimoji="0">
                <a:solidFill>
                  <a:schemeClr val="tx2"/>
                </a:solidFill>
              </a:defRPr>
            </a:lvl4pPr>
            <a:lvl5pPr eaLnBrk="1" latinLnBrk="0" hangingPunct="1">
              <a:defRPr kumimoji="0">
                <a:solidFill>
                  <a:schemeClr val="tx2"/>
                </a:solidFill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Z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 sz="3600" kern="100" dirty="0">
                <a:solidFill>
                  <a:srgbClr val="EE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辶</a:t>
            </a:r>
            <a:r>
              <a:rPr lang="zh-CN" altLang="zh-CN" sz="3600" kern="1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竹</a:t>
            </a:r>
            <a:r>
              <a:rPr lang="zh-CN" altLang="zh-CN" sz="3600" kern="1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足子</a:t>
            </a:r>
            <a:r>
              <a:rPr lang="zh-CN" altLang="zh-CN" sz="3600" kern="1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自</a:t>
            </a:r>
            <a:r>
              <a:rPr lang="zh-CN" altLang="zh-CN" sz="36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走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A888A28-B043-5E82-405E-9CC9D7CD28AE}"/>
              </a:ext>
            </a:extLst>
          </p:cNvPr>
          <p:cNvSpPr txBox="1"/>
          <p:nvPr/>
        </p:nvSpPr>
        <p:spPr>
          <a:xfrm>
            <a:off x="1259632" y="3789040"/>
            <a:ext cx="898003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zp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509FE22-8C0F-7542-96FF-1ADC76B40138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584CB72-88D0-BCEA-BF2D-DEA8F592AC4E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F2FA4A8-80FE-45A2-1D3D-B79E9F0A4078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B993BA5-9332-5781-AC32-75124FEF09CF}"/>
              </a:ext>
            </a:extLst>
          </p:cNvPr>
          <p:cNvSpPr txBox="1"/>
          <p:nvPr/>
        </p:nvSpPr>
        <p:spPr>
          <a:xfrm>
            <a:off x="3864323" y="342900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2581EA2-8F0C-33CE-C83A-7882612ACF98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8B5B42A8-7ED1-7BE8-7D5F-92A4A4F5C380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3B71BF5B-57DC-080C-DFB6-634BDA237535}"/>
              </a:ext>
            </a:extLst>
          </p:cNvPr>
          <p:cNvSpPr txBox="1"/>
          <p:nvPr/>
        </p:nvSpPr>
        <p:spPr>
          <a:xfrm>
            <a:off x="3856241" y="2124894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自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1EC0388-87B3-557D-02C7-EBD937F2DEC6}"/>
              </a:ext>
            </a:extLst>
          </p:cNvPr>
          <p:cNvSpPr txBox="1"/>
          <p:nvPr/>
        </p:nvSpPr>
        <p:spPr>
          <a:xfrm>
            <a:off x="3856241" y="1739329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D42D0F2-3071-2C3B-BFC1-9783E86A67DB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5540239-4C86-44A7-7133-4D6F9AF63590}"/>
              </a:ext>
            </a:extLst>
          </p:cNvPr>
          <p:cNvSpPr txBox="1"/>
          <p:nvPr/>
        </p:nvSpPr>
        <p:spPr>
          <a:xfrm>
            <a:off x="6100594" y="1801729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臭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ib4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z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5F4F7B7-E1F8-CD7E-5B71-503BD260D743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自</a:t>
            </a:r>
          </a:p>
        </p:txBody>
      </p:sp>
    </p:spTree>
    <p:extLst>
      <p:ext uri="{BB962C8B-B14F-4D97-AF65-F5344CB8AC3E}">
        <p14:creationId xmlns:p14="http://schemas.microsoft.com/office/powerpoint/2010/main" val="20094967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D060BF-0CB3-4113-3F6A-89A97557FD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E429964E-692A-CF3E-BFFD-CEBA97BD374D}"/>
              </a:ext>
            </a:extLst>
          </p:cNvPr>
          <p:cNvSpPr txBox="1">
            <a:spLocks/>
          </p:cNvSpPr>
          <p:nvPr/>
        </p:nvSpPr>
        <p:spPr>
          <a:xfrm>
            <a:off x="1044472" y="49978"/>
            <a:ext cx="7127928" cy="964409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matte">
              <a:bevelT w="12700" h="127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lang="zh-CN" altLang="en-US" sz="4400" b="0" kern="1200" spc="50">
                <a:ln w="12700">
                  <a:noFill/>
                  <a:prstDash val="solid"/>
                </a:ln>
                <a:solidFill>
                  <a:schemeClr val="accent4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latinLnBrk="0" hangingPunct="1">
              <a:defRPr kumimoji="0">
                <a:solidFill>
                  <a:schemeClr val="tx2"/>
                </a:solidFill>
              </a:defRPr>
            </a:lvl2pPr>
            <a:lvl3pPr eaLnBrk="1" latinLnBrk="0" hangingPunct="1">
              <a:defRPr kumimoji="0">
                <a:solidFill>
                  <a:schemeClr val="tx2"/>
                </a:solidFill>
              </a:defRPr>
            </a:lvl3pPr>
            <a:lvl4pPr eaLnBrk="1" latinLnBrk="0" hangingPunct="1">
              <a:defRPr kumimoji="0">
                <a:solidFill>
                  <a:schemeClr val="tx2"/>
                </a:solidFill>
              </a:defRPr>
            </a:lvl4pPr>
            <a:lvl5pPr eaLnBrk="1" latinLnBrk="0" hangingPunct="1">
              <a:defRPr kumimoji="0">
                <a:solidFill>
                  <a:schemeClr val="tx2"/>
                </a:solidFill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Z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 sz="3600" kern="100" dirty="0">
                <a:solidFill>
                  <a:srgbClr val="EE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辶</a:t>
            </a:r>
            <a:r>
              <a:rPr lang="zh-CN" altLang="zh-CN" sz="3600" kern="1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竹</a:t>
            </a:r>
            <a:r>
              <a:rPr lang="zh-CN" altLang="zh-CN" sz="3600" kern="1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足子自</a:t>
            </a:r>
            <a:r>
              <a:rPr lang="zh-CN" altLang="zh-CN" sz="3600" kern="1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走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3A2DD0F-ACD5-9EE2-2104-B974B79BEC5D}"/>
              </a:ext>
            </a:extLst>
          </p:cNvPr>
          <p:cNvSpPr txBox="1"/>
          <p:nvPr/>
        </p:nvSpPr>
        <p:spPr>
          <a:xfrm>
            <a:off x="1259632" y="3789040"/>
            <a:ext cx="881973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zb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602B002-C86C-5F2B-A708-445FEE5665DE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6A7BA24-1EFD-A4AA-0C74-0DAD1A327775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4F60506-D448-B022-D498-16D587EB9BF4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D8A82EB-7036-0E44-93F8-23F8A3F5CB08}"/>
              </a:ext>
            </a:extLst>
          </p:cNvPr>
          <p:cNvSpPr txBox="1"/>
          <p:nvPr/>
        </p:nvSpPr>
        <p:spPr>
          <a:xfrm>
            <a:off x="3864323" y="342900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C8DE6CA-7E2C-628D-4101-1C724DB91859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66E58692-6AA5-C9D5-496D-EB27B6E350DD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03B7FFEB-01FF-AE96-C8F1-85C862BA75CC}"/>
              </a:ext>
            </a:extLst>
          </p:cNvPr>
          <p:cNvSpPr txBox="1"/>
          <p:nvPr/>
        </p:nvSpPr>
        <p:spPr>
          <a:xfrm>
            <a:off x="3856241" y="2124894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走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E8B8F0B-1EF7-9E8F-E9A6-407CB4BD9F4B}"/>
              </a:ext>
            </a:extLst>
          </p:cNvPr>
          <p:cNvSpPr txBox="1"/>
          <p:nvPr/>
        </p:nvSpPr>
        <p:spPr>
          <a:xfrm>
            <a:off x="3856241" y="1739329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F77BE7C-B8F6-EA9D-E407-57A497195D5C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2560913-22B2-06D6-FAC8-9A8C66971440}"/>
              </a:ext>
            </a:extLst>
          </p:cNvPr>
          <p:cNvSpPr txBox="1"/>
          <p:nvPr/>
        </p:nvSpPr>
        <p:spPr>
          <a:xfrm>
            <a:off x="6100594" y="1801729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赵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vk4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z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F964E1F-5EEF-E402-EEA3-0C6A94C1FD4C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走</a:t>
            </a:r>
          </a:p>
        </p:txBody>
      </p:sp>
    </p:spTree>
    <p:extLst>
      <p:ext uri="{BB962C8B-B14F-4D97-AF65-F5344CB8AC3E}">
        <p14:creationId xmlns:p14="http://schemas.microsoft.com/office/powerpoint/2010/main" val="21195525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9007B9-7024-201C-6553-42A486A4F2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D5B5644E-2633-559C-C62D-F9E86ABE6981}"/>
              </a:ext>
            </a:extLst>
          </p:cNvPr>
          <p:cNvSpPr txBox="1">
            <a:spLocks/>
          </p:cNvSpPr>
          <p:nvPr/>
        </p:nvSpPr>
        <p:spPr>
          <a:xfrm>
            <a:off x="1044472" y="49978"/>
            <a:ext cx="7127928" cy="964409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matte">
              <a:bevelT w="12700" h="127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lang="zh-CN" altLang="en-US" sz="4400" b="0" kern="1200" spc="50">
                <a:ln w="12700">
                  <a:noFill/>
                  <a:prstDash val="solid"/>
                </a:ln>
                <a:solidFill>
                  <a:schemeClr val="accent4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latinLnBrk="0" hangingPunct="1">
              <a:defRPr kumimoji="0">
                <a:solidFill>
                  <a:schemeClr val="tx2"/>
                </a:solidFill>
              </a:defRPr>
            </a:lvl2pPr>
            <a:lvl3pPr eaLnBrk="1" latinLnBrk="0" hangingPunct="1">
              <a:defRPr kumimoji="0">
                <a:solidFill>
                  <a:schemeClr val="tx2"/>
                </a:solidFill>
              </a:defRPr>
            </a:lvl3pPr>
            <a:lvl4pPr eaLnBrk="1" latinLnBrk="0" hangingPunct="1">
              <a:defRPr kumimoji="0">
                <a:solidFill>
                  <a:schemeClr val="tx2"/>
                </a:solidFill>
              </a:defRPr>
            </a:lvl4pPr>
            <a:lvl5pPr eaLnBrk="1" latinLnBrk="0" hangingPunct="1">
              <a:defRPr kumimoji="0">
                <a:solidFill>
                  <a:schemeClr val="tx2"/>
                </a:solidFill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备注：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A894A282-A818-5A1D-B93F-2796DAE40548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B80275DB-400E-3462-C2CE-D6F20C1B6B08}"/>
              </a:ext>
            </a:extLst>
          </p:cNvPr>
          <p:cNvSpPr txBox="1"/>
          <p:nvPr/>
        </p:nvSpPr>
        <p:spPr>
          <a:xfrm>
            <a:off x="1195783" y="908720"/>
            <a:ext cx="6825305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合体字主码（第四位）取部首，</a:t>
            </a:r>
            <a:r>
              <a:rPr lang="zh-CN" altLang="zh-CN" sz="2000" dirty="0"/>
              <a:t>部首的选取遵循以下规则：</a:t>
            </a:r>
            <a:endParaRPr lang="en-US" altLang="zh-CN" sz="2000" dirty="0"/>
          </a:p>
          <a:p>
            <a:r>
              <a:rPr lang="zh-CN" altLang="zh-CN" sz="2000" dirty="0"/>
              <a:t>（康熙部首</a:t>
            </a:r>
            <a:r>
              <a:rPr lang="en-US" altLang="zh-CN" sz="2000" dirty="0"/>
              <a:t>+</a:t>
            </a:r>
            <a:r>
              <a:rPr lang="zh-CN" altLang="zh-CN" sz="2000" dirty="0"/>
              <a:t>优化分配）</a:t>
            </a:r>
            <a:endParaRPr lang="en-US" altLang="zh-CN" sz="2000" dirty="0"/>
          </a:p>
          <a:p>
            <a:endParaRPr lang="zh-CN" altLang="zh-CN" sz="2000" dirty="0"/>
          </a:p>
          <a:p>
            <a:r>
              <a:rPr lang="zh-CN" altLang="zh-CN" sz="2000" b="1" dirty="0"/>
              <a:t>基本原则</a:t>
            </a:r>
            <a:r>
              <a:rPr lang="zh-CN" altLang="en-US" sz="2000" b="1" dirty="0"/>
              <a:t>：</a:t>
            </a:r>
            <a:endParaRPr lang="zh-CN" altLang="zh-CN" sz="2000" dirty="0"/>
          </a:p>
          <a:p>
            <a:pPr lvl="0"/>
            <a:r>
              <a:rPr lang="en-US" altLang="zh-CN" sz="2000" b="1" dirty="0"/>
              <a:t>    </a:t>
            </a:r>
            <a:r>
              <a:rPr lang="zh-CN" altLang="zh-CN" sz="2000" b="1" dirty="0"/>
              <a:t>直觉优先</a:t>
            </a:r>
            <a:endParaRPr lang="en-US" altLang="zh-CN" sz="2000" b="1" dirty="0"/>
          </a:p>
          <a:p>
            <a:pPr lvl="0"/>
            <a:r>
              <a:rPr lang="en-US" altLang="zh-CN" sz="2000" b="1" dirty="0"/>
              <a:t>    </a:t>
            </a:r>
            <a:r>
              <a:rPr lang="zh-CN" altLang="zh-CN" sz="2000" b="1" dirty="0"/>
              <a:t>康熙部首验证</a:t>
            </a:r>
            <a:endParaRPr lang="zh-CN" altLang="zh-CN" sz="2000" dirty="0"/>
          </a:p>
          <a:p>
            <a:pPr lvl="0"/>
            <a:r>
              <a:rPr lang="en-US" altLang="zh-CN" sz="2000" b="1" dirty="0"/>
              <a:t>    </a:t>
            </a:r>
            <a:r>
              <a:rPr lang="zh-CN" altLang="zh-CN" sz="2000" b="1" dirty="0"/>
              <a:t>部首表对应</a:t>
            </a:r>
            <a:endParaRPr lang="en-US" altLang="zh-CN" sz="2000" b="1" dirty="0"/>
          </a:p>
          <a:p>
            <a:pPr lvl="0"/>
            <a:r>
              <a:rPr lang="en-US" altLang="zh-CN" sz="2000" b="1" dirty="0"/>
              <a:t>    </a:t>
            </a:r>
            <a:r>
              <a:rPr lang="zh-CN" altLang="zh-CN" sz="2000" b="1" dirty="0"/>
              <a:t>现代字形调整</a:t>
            </a:r>
            <a:endParaRPr lang="en-US" altLang="zh-CN" sz="2000" b="1" dirty="0"/>
          </a:p>
          <a:p>
            <a:pPr lvl="0"/>
            <a:r>
              <a:rPr lang="zh-CN" altLang="en-US" sz="2000" b="1" dirty="0"/>
              <a:t>以及：</a:t>
            </a:r>
            <a:endParaRPr lang="en-US" altLang="zh-CN" sz="2000" b="1" dirty="0"/>
          </a:p>
          <a:p>
            <a:pPr lvl="0"/>
            <a:r>
              <a:rPr lang="en-US" altLang="zh-CN" sz="2000" b="1" dirty="0"/>
              <a:t>    </a:t>
            </a:r>
            <a:r>
              <a:rPr lang="zh-CN" altLang="en-US" sz="2000" b="1" dirty="0"/>
              <a:t>特殊部首处理（变体，代替，简并，抛弃）</a:t>
            </a:r>
            <a:endParaRPr lang="en-US" altLang="zh-CN" sz="2000" b="1" dirty="0"/>
          </a:p>
          <a:p>
            <a:pPr lvl="0"/>
            <a:r>
              <a:rPr lang="en-US" altLang="zh-CN" sz="2000" b="1" dirty="0"/>
              <a:t>    </a:t>
            </a:r>
            <a:r>
              <a:rPr lang="zh-CN" altLang="en-US" sz="2000" b="1" dirty="0"/>
              <a:t>优化分配（直观，避重，左上，历史）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9067932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凤舞九天">
  <a:themeElements>
    <a:clrScheme name="凤舞九天">
      <a:dk1>
        <a:sysClr val="windowText" lastClr="000000"/>
      </a:dk1>
      <a:lt1>
        <a:sysClr val="window" lastClr="FFFFFF"/>
      </a:lt1>
      <a:dk2>
        <a:srgbClr val="004646"/>
      </a:dk2>
      <a:lt2>
        <a:srgbClr val="E1F0FF"/>
      </a:lt2>
      <a:accent1>
        <a:srgbClr val="50742F"/>
      </a:accent1>
      <a:accent2>
        <a:srgbClr val="268868"/>
      </a:accent2>
      <a:accent3>
        <a:srgbClr val="33BD56"/>
      </a:accent3>
      <a:accent4>
        <a:srgbClr val="4BC5B9"/>
      </a:accent4>
      <a:accent5>
        <a:srgbClr val="3163CA"/>
      </a:accent5>
      <a:accent6>
        <a:srgbClr val="4B14AA"/>
      </a:accent6>
      <a:hlink>
        <a:srgbClr val="D9BE02"/>
      </a:hlink>
      <a:folHlink>
        <a:srgbClr val="F900F9"/>
      </a:folHlink>
    </a:clrScheme>
    <a:fontScheme name="凤舞九天">
      <a:majorFont>
        <a:latin typeface="Footlight MT Light"/>
        <a:ea typeface=""/>
        <a:cs typeface=""/>
        <a:font script="Jpan" typeface="ＭＳ Ｐゴシック"/>
        <a:font script="Hang" typeface="맑은 고딕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oudy Old Style"/>
        <a:ea typeface=""/>
        <a:cs typeface=""/>
        <a:font script="Jpan" typeface="ＭＳ Ｐ明朝"/>
        <a:font script="Hang" typeface="HY견명조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凤舞九天">
      <a:fillStyleLst>
        <a:solidFill>
          <a:schemeClr val="phClr">
            <a:tint val="100000"/>
            <a:shade val="100000"/>
            <a:hueMod val="100000"/>
            <a:satMod val="100000"/>
          </a:schemeClr>
        </a:solidFill>
        <a:gradFill rotWithShape="1">
          <a:gsLst>
            <a:gs pos="0">
              <a:schemeClr val="phClr">
                <a:tint val="65000"/>
                <a:satMod val="180000"/>
              </a:schemeClr>
            </a:gs>
            <a:gs pos="50000">
              <a:schemeClr val="phClr">
                <a:tint val="40000"/>
                <a:satMod val="175000"/>
              </a:schemeClr>
            </a:gs>
            <a:gs pos="100000">
              <a:schemeClr val="phClr">
                <a:tint val="65000"/>
                <a:satMod val="180000"/>
              </a:schemeClr>
            </a:gs>
          </a:gsLst>
          <a:lin ang="0" scaled="1"/>
        </a:gradFill>
        <a:gradFill rotWithShape="1">
          <a:gsLst>
            <a:gs pos="0">
              <a:schemeClr val="phClr">
                <a:shade val="38000"/>
                <a:satMod val="150000"/>
              </a:schemeClr>
            </a:gs>
            <a:gs pos="50000">
              <a:schemeClr val="phClr">
                <a:shade val="100000"/>
                <a:satMod val="100000"/>
              </a:schemeClr>
            </a:gs>
            <a:gs pos="100000">
              <a:schemeClr val="phClr">
                <a:shade val="38000"/>
                <a:satMod val="150000"/>
              </a:schemeClr>
            </a:gs>
          </a:gsLst>
          <a:lin ang="0" scaled="1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190500" dist="78600" dir="2700000" rotWithShape="0">
              <a:srgbClr val="000000">
                <a:alpha val="35500"/>
              </a:srgbClr>
            </a:outerShdw>
          </a:effectLst>
        </a:effectStyle>
        <a:effectStyle>
          <a:effectLst>
            <a:outerShdw blurRad="190500" dist="78600" dir="2700000" rotWithShape="0">
              <a:srgbClr val="000000">
                <a:alpha val="35500"/>
              </a:srgbClr>
            </a:outerShdw>
          </a:effectLst>
        </a:effectStyle>
        <a:effectStyle>
          <a:effectLst>
            <a:outerShdw blurRad="190500" dist="78600" dir="2700000" rotWithShape="0">
              <a:srgbClr val="000000">
                <a:alpha val="35500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100000"/>
            </a:lightRig>
          </a:scene3d>
          <a:sp3d>
            <a:bevelT w="50800" h="50800"/>
          </a:sp3d>
        </a:effectStyle>
      </a:effectStyleLst>
      <a:bgFillStyleLst>
        <a:solidFill>
          <a:schemeClr val="phClr">
            <a:tint val="100000"/>
            <a:shade val="100000"/>
            <a:hueMod val="100000"/>
            <a:satMod val="100000"/>
          </a:schemeClr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00000"/>
              </a:schemeClr>
            </a:gs>
            <a:gs pos="100000">
              <a:schemeClr val="phClr">
                <a:shade val="15000"/>
                <a:satMod val="300000"/>
              </a:schemeClr>
            </a:gs>
          </a:gsLst>
          <a:path path="circle">
            <a:fillToRect l="10000" t="180000" r="10000" b="50000"/>
          </a:path>
        </a:gradFill>
        <a:blipFill>
          <a:blip xmlns:r="http://schemas.openxmlformats.org/officeDocument/2006/relationships" r:embed="rId1">
            <a:duotone>
              <a:schemeClr val="phClr">
                <a:tint val="100000"/>
                <a:shade val="70000"/>
                <a:hueMod val="100000"/>
                <a:satMod val="100000"/>
              </a:schemeClr>
              <a:schemeClr val="phClr">
                <a:tint val="90000"/>
                <a:shade val="100000"/>
                <a:hueMod val="100000"/>
                <a:satMod val="100000"/>
              </a:schemeClr>
            </a:duotone>
          </a:blip>
          <a:tile tx="0" ty="0" sx="50000" sy="50000" flip="x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主题2</Template>
  <TotalTime>2102</TotalTime>
  <Words>5829</Words>
  <Application>Microsoft Office PowerPoint</Application>
  <PresentationFormat>全屏显示(4:3)</PresentationFormat>
  <Paragraphs>2507</Paragraphs>
  <Slides>187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187</vt:i4>
      </vt:variant>
    </vt:vector>
  </HeadingPairs>
  <TitlesOfParts>
    <vt:vector size="196" baseType="lpstr">
      <vt:lpstr>得意黑</vt:lpstr>
      <vt:lpstr>华文仿宋</vt:lpstr>
      <vt:lpstr>楷体</vt:lpstr>
      <vt:lpstr>Arial</vt:lpstr>
      <vt:lpstr>Calibri</vt:lpstr>
      <vt:lpstr>Footlight MT Light</vt:lpstr>
      <vt:lpstr>Goudy Old Style</vt:lpstr>
      <vt:lpstr>Wingdings 2</vt:lpstr>
      <vt:lpstr>凤舞九天</vt:lpstr>
      <vt:lpstr>解书音形部首表展示</vt:lpstr>
      <vt:lpstr>A：丶一丨丿乙乛𠃌乚𡿨</vt:lpstr>
      <vt:lpstr>B：宀阝冫贝疒白卜八匕癶</vt:lpstr>
      <vt:lpstr>B：宀阝冫贝疒白卜八匕癶</vt:lpstr>
      <vt:lpstr>B：宀阝冫贝疒白卜八匕癶</vt:lpstr>
      <vt:lpstr>B：宀阝冫贝疒白卜八匕癶</vt:lpstr>
      <vt:lpstr>B：宀阝冫贝疒白卜八匕癶</vt:lpstr>
      <vt:lpstr>B：宀阝冫贝疒白卜八匕癶</vt:lpstr>
      <vt:lpstr>B：宀阝冫贝疒白卜八匕癶</vt:lpstr>
      <vt:lpstr>B：宀阝冫贝疒白卜八匕癶</vt:lpstr>
      <vt:lpstr>B：宀阝冫贝疒白卜八匕癶</vt:lpstr>
      <vt:lpstr>B：宀阝冫贝疒白卜八匕癶</vt:lpstr>
      <vt:lpstr>C：车艹厂凵寸卄屮</vt:lpstr>
      <vt:lpstr>C：车艹厂凵寸卄屮</vt:lpstr>
      <vt:lpstr>C：车艹厂凵寸卄屮</vt:lpstr>
      <vt:lpstr>C：车艹厂凵寸卄屮</vt:lpstr>
      <vt:lpstr>C：车艹厂凵寸卄屮</vt:lpstr>
      <vt:lpstr>C：车艹厂凵寸卄屮</vt:lpstr>
      <vt:lpstr>C：车艹厂凵寸卄屮</vt:lpstr>
      <vt:lpstr>D：刀歹大亠冖丷斗豆</vt:lpstr>
      <vt:lpstr>D：刀歹大亠冖丷斗豆</vt:lpstr>
      <vt:lpstr>D：刀歹大亠冖丷斗豆</vt:lpstr>
      <vt:lpstr>D：刀歹大亠冖丷斗豆</vt:lpstr>
      <vt:lpstr>D：刀歹大亠冖丷斗豆</vt:lpstr>
      <vt:lpstr>D：刀歹大亠冖丷斗豆</vt:lpstr>
      <vt:lpstr>D：刀歹大亠冖丷斗豆</vt:lpstr>
      <vt:lpstr>D：刀歹大亠冖丷斗豆</vt:lpstr>
      <vt:lpstr>E：</vt:lpstr>
      <vt:lpstr>F：风方父缶臼辰非</vt:lpstr>
      <vt:lpstr>F：风方父缶臼辰非</vt:lpstr>
      <vt:lpstr>F：风方父缶臼辰非</vt:lpstr>
      <vt:lpstr>F：风方父缶臼辰非</vt:lpstr>
      <vt:lpstr>F：风方父缶臼辰非</vt:lpstr>
      <vt:lpstr>F：风方父缶臼辰非</vt:lpstr>
      <vt:lpstr>F：风方父缶臼辰非</vt:lpstr>
      <vt:lpstr>G：工广弓光囗革戈瓜艮谷骨</vt:lpstr>
      <vt:lpstr>G：工广弓光囗革戈瓜艮谷骨</vt:lpstr>
      <vt:lpstr>G：工广弓光囗革戈瓜艮谷骨</vt:lpstr>
      <vt:lpstr>G：工广弓光囗革戈瓜艮谷骨</vt:lpstr>
      <vt:lpstr>G：工广弓光囗革戈瓜艮谷骨</vt:lpstr>
      <vt:lpstr>G：工广弓光囗革戈瓜艮谷骨</vt:lpstr>
      <vt:lpstr>G：工广弓光囗革戈瓜艮谷骨</vt:lpstr>
      <vt:lpstr>G：工广弓光囗革戈瓜艮谷骨</vt:lpstr>
      <vt:lpstr>G：工广弓光囗革戈瓜艮谷骨</vt:lpstr>
      <vt:lpstr>G：工广弓光囗革戈瓜艮谷骨</vt:lpstr>
      <vt:lpstr>G：工广弓光囗革戈瓜艮谷骨</vt:lpstr>
      <vt:lpstr>H：火户禾⺌羊虍黑</vt:lpstr>
      <vt:lpstr>H：火户禾⺌羊虍黑</vt:lpstr>
      <vt:lpstr>H：火户禾⺌羊虍黑</vt:lpstr>
      <vt:lpstr>H：火户禾⺌羊虍黑</vt:lpstr>
      <vt:lpstr>H：火户禾⺌羊虍黑</vt:lpstr>
      <vt:lpstr>H：火户禾⺌羊虍黑</vt:lpstr>
      <vt:lpstr>H：火户禾⺌羊虍黑</vt:lpstr>
      <vt:lpstr>I：虫页雨弋彐彑臣赤尺</vt:lpstr>
      <vt:lpstr>I：虫页雨弋彐彑臣赤尺</vt:lpstr>
      <vt:lpstr>I：虫页雨弋彐彑臣赤尺</vt:lpstr>
      <vt:lpstr>I：虫页雨弋彐彑臣赤尺</vt:lpstr>
      <vt:lpstr>I：虫页雨弋彐彑臣赤尺</vt:lpstr>
      <vt:lpstr>I：虫页雨弋彐彑臣赤</vt:lpstr>
      <vt:lpstr>I：虫页雨弋彐彑臣赤尺</vt:lpstr>
      <vt:lpstr>I：虫页雨弋彐彑臣赤尺</vt:lpstr>
      <vt:lpstr>I：虫页雨弋彐彑臣赤尺</vt:lpstr>
      <vt:lpstr>I：虫页雨弋彐彑臣赤尺</vt:lpstr>
      <vt:lpstr>J：金巾廴冂几𠘨卩己见斤皀</vt:lpstr>
      <vt:lpstr>J：金巾廴冂几𠘨卩己见斤皀</vt:lpstr>
      <vt:lpstr>J：金巾廴冂几𠘨卩己见斤皀</vt:lpstr>
      <vt:lpstr>J：金巾廴冂几𠘨卩己见斤皀</vt:lpstr>
      <vt:lpstr>J：金巾廴冂几𠘨卩己见斤皀</vt:lpstr>
      <vt:lpstr>J：金巾廴冂几𠘨卩己见斤皀</vt:lpstr>
      <vt:lpstr>J：金巾廴冂几𠘨卩己见斤皀</vt:lpstr>
      <vt:lpstr>J：金巾廴冂几𠘨卩己见斤皀</vt:lpstr>
      <vt:lpstr>J：金巾廴冂几𠘨卩己见斤皀祭</vt:lpstr>
      <vt:lpstr>J：金巾廴冂几𠘨卩己见斤皀</vt:lpstr>
      <vt:lpstr>J：金巾廴冂几𠘨卩己见斤皀</vt:lpstr>
      <vt:lpstr>K：口又舌用角</vt:lpstr>
      <vt:lpstr>K：口又舌用角</vt:lpstr>
      <vt:lpstr>K：口又舌用角</vt:lpstr>
      <vt:lpstr>K：口又舌用角</vt:lpstr>
      <vt:lpstr>K：口又舌用角</vt:lpstr>
      <vt:lpstr>L：娄云勹力龙老卤里卵</vt:lpstr>
      <vt:lpstr>L：娄云勹力龙老卤里卵</vt:lpstr>
      <vt:lpstr>L：娄云勹力龙老卤里卵</vt:lpstr>
      <vt:lpstr>L：娄云勹力龙老卤里卵</vt:lpstr>
      <vt:lpstr>L：娄云勹力龙老卤里卵</vt:lpstr>
      <vt:lpstr>L：娄云勹力龙老卤里卵</vt:lpstr>
      <vt:lpstr>L：娄云勹力龙老卤里卵</vt:lpstr>
      <vt:lpstr>L：娄云勹力龙老卤里卵</vt:lpstr>
      <vt:lpstr>L：娄云勹力龙老卤里卵</vt:lpstr>
      <vt:lpstr>M：木彡釆马门皿毛目矛米麦</vt:lpstr>
      <vt:lpstr>M：木彡釆马门皿毛目矛米麦</vt:lpstr>
      <vt:lpstr>M：木彡釆马门皿毛目矛米麦</vt:lpstr>
      <vt:lpstr>M：木彡釆马门皿毛目矛米麦</vt:lpstr>
      <vt:lpstr>M：木彡釆马门皿毛目矛米麦</vt:lpstr>
      <vt:lpstr>M：木彡釆马门皿毛目矛米麦</vt:lpstr>
      <vt:lpstr>M：木彡釆马门皿毛目矛米麦</vt:lpstr>
      <vt:lpstr>M：木彡釆马门皿毛目矛米麦</vt:lpstr>
      <vt:lpstr>M：木彡釆马门皿毛目矛米麦</vt:lpstr>
      <vt:lpstr>M：木彡釆马门皿毛目矛米麦</vt:lpstr>
      <vt:lpstr>M：木彡釆马门皿毛目矛米麦</vt:lpstr>
      <vt:lpstr>N：女牛鸟耒齿</vt:lpstr>
      <vt:lpstr>N：女牛鸟耒齿</vt:lpstr>
      <vt:lpstr>N：女牛鸟耒齿</vt:lpstr>
      <vt:lpstr>N：女牛鸟耒齿</vt:lpstr>
      <vt:lpstr>N：女牛鸟耒齿</vt:lpstr>
      <vt:lpstr>O：耳匚二儿㔾</vt:lpstr>
      <vt:lpstr>O：耳匚二儿㔾</vt:lpstr>
      <vt:lpstr>O：耳匚二儿㔾</vt:lpstr>
      <vt:lpstr>O：耳匚二儿㔾</vt:lpstr>
      <vt:lpstr>O：耳匚二儿㔾</vt:lpstr>
      <vt:lpstr>P：攴片殳丬皮髟㐅</vt:lpstr>
      <vt:lpstr>P：攴片殳丬皮髟㐅</vt:lpstr>
      <vt:lpstr>P：攴片殳丬皮髟㐅</vt:lpstr>
      <vt:lpstr>P：攴片殳丬皮髟㐅</vt:lpstr>
      <vt:lpstr>P：攴片殳丬皮髟㐅</vt:lpstr>
      <vt:lpstr>P：攴片殳丬皮髟㐅</vt:lpstr>
      <vt:lpstr>P：攴片殳丬皮髟㐅</vt:lpstr>
      <vt:lpstr>Q：气犬豸欠青</vt:lpstr>
      <vt:lpstr>Q：气犬豸欠青</vt:lpstr>
      <vt:lpstr>Q：气犬豸欠青</vt:lpstr>
      <vt:lpstr>Q：气犬豸欠青</vt:lpstr>
      <vt:lpstr>Q：气犬豸欠青</vt:lpstr>
      <vt:lpstr>R：人肉入日リ</vt:lpstr>
      <vt:lpstr>R：人肉入日リ</vt:lpstr>
      <vt:lpstr>R：人肉入日リ</vt:lpstr>
      <vt:lpstr>R：人肉入日リ</vt:lpstr>
      <vt:lpstr>R：人肉入日リ</vt:lpstr>
      <vt:lpstr>S：示丝石尸十厶巳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汉字拉丁化</dc:title>
  <dc:creator>sonydcddell</dc:creator>
  <cp:lastModifiedBy>雨尘 星野</cp:lastModifiedBy>
  <cp:revision>218</cp:revision>
  <dcterms:created xsi:type="dcterms:W3CDTF">2025-01-28T07:02:00Z</dcterms:created>
  <dcterms:modified xsi:type="dcterms:W3CDTF">2026-03-18T03:21:49Z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34D4D6DE09614B3B8ED83DF8E3F23124_12</vt:lpwstr>
  </property>
  <property fmtid="{D5CDD505-2E9C-101B-9397-08002B2CF9AE}" pid="3" name="KSOProductBuildVer">
    <vt:lpwstr>2052-12.1.0.20784</vt:lpwstr>
  </property>
</Properties>
</file>